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72" r:id="rId5"/>
  </p:sldMasterIdLst>
  <p:sldIdLst>
    <p:sldId id="258" r:id="rId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F4337B-C55A-47C6-AACE-35938164EC5A}" v="9" dt="2026-08-07T14:30:52.03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614" autoAdjust="0"/>
    <p:restoredTop sz="94660"/>
  </p:normalViewPr>
  <p:slideViewPr>
    <p:cSldViewPr snapToGrid="0">
      <p:cViewPr varScale="1">
        <p:scale>
          <a:sx n="111" d="100"/>
          <a:sy n="111" d="100"/>
        </p:scale>
        <p:origin x="1560" y="-1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microsoft.com/office/2015/10/relationships/revisionInfo" Target="revisionInfo.xml"/><Relationship Id="rId5" Type="http://schemas.openxmlformats.org/officeDocument/2006/relationships/slideMaster" Target="slideMasters/slideMaster2.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_option 1">
    <p:spTree>
      <p:nvGrpSpPr>
        <p:cNvPr id="1" name=""/>
        <p:cNvGrpSpPr/>
        <p:nvPr/>
      </p:nvGrpSpPr>
      <p:grpSpPr>
        <a:xfrm>
          <a:off x="0" y="0"/>
          <a:ext cx="0" cy="0"/>
          <a:chOff x="0" y="0"/>
          <a:chExt cx="0" cy="0"/>
        </a:xfrm>
      </p:grpSpPr>
      <p:sp>
        <p:nvSpPr>
          <p:cNvPr id="4" name="Text Box 7"/>
          <p:cNvSpPr txBox="1">
            <a:spLocks noChangeArrowheads="1"/>
          </p:cNvSpPr>
          <p:nvPr/>
        </p:nvSpPr>
        <p:spPr bwMode="auto">
          <a:xfrm>
            <a:off x="3657600" y="6538913"/>
            <a:ext cx="1622560" cy="200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defRPr>
            </a:lvl1pPr>
            <a:lvl2pPr marL="742950" indent="-285750" eaLnBrk="0" hangingPunct="0">
              <a:defRPr sz="1600">
                <a:solidFill>
                  <a:schemeClr val="tx1"/>
                </a:solidFill>
                <a:latin typeface="Arial" charset="0"/>
              </a:defRPr>
            </a:lvl2pPr>
            <a:lvl3pPr marL="1143000" indent="-228600" eaLnBrk="0" hangingPunct="0">
              <a:defRPr sz="1600">
                <a:solidFill>
                  <a:schemeClr val="tx1"/>
                </a:solidFill>
                <a:latin typeface="Arial" charset="0"/>
              </a:defRPr>
            </a:lvl3pPr>
            <a:lvl4pPr marL="1600200" indent="-228600" eaLnBrk="0" hangingPunct="0">
              <a:defRPr sz="1600">
                <a:solidFill>
                  <a:schemeClr val="tx1"/>
                </a:solidFill>
                <a:latin typeface="Arial" charset="0"/>
              </a:defRPr>
            </a:lvl4pPr>
            <a:lvl5pPr marL="2057400" indent="-228600" eaLnBrk="0" hangingPunct="0">
              <a:defRPr sz="1600">
                <a:solidFill>
                  <a:schemeClr val="tx1"/>
                </a:solidFill>
                <a:latin typeface="Arial" charset="0"/>
              </a:defRPr>
            </a:lvl5pPr>
            <a:lvl6pPr marL="2514600" indent="-228600" eaLnBrk="0" fontAlgn="base" hangingPunct="0">
              <a:lnSpc>
                <a:spcPct val="110000"/>
              </a:lnSpc>
              <a:spcBef>
                <a:spcPct val="20000"/>
              </a:spcBef>
              <a:spcAft>
                <a:spcPct val="0"/>
              </a:spcAft>
              <a:buClr>
                <a:srgbClr val="3367CD"/>
              </a:buClr>
              <a:defRPr sz="1600">
                <a:solidFill>
                  <a:schemeClr val="tx1"/>
                </a:solidFill>
                <a:latin typeface="Arial" charset="0"/>
              </a:defRPr>
            </a:lvl6pPr>
            <a:lvl7pPr marL="2971800" indent="-228600" eaLnBrk="0" fontAlgn="base" hangingPunct="0">
              <a:lnSpc>
                <a:spcPct val="110000"/>
              </a:lnSpc>
              <a:spcBef>
                <a:spcPct val="20000"/>
              </a:spcBef>
              <a:spcAft>
                <a:spcPct val="0"/>
              </a:spcAft>
              <a:buClr>
                <a:srgbClr val="3367CD"/>
              </a:buClr>
              <a:defRPr sz="1600">
                <a:solidFill>
                  <a:schemeClr val="tx1"/>
                </a:solidFill>
                <a:latin typeface="Arial" charset="0"/>
              </a:defRPr>
            </a:lvl7pPr>
            <a:lvl8pPr marL="3429000" indent="-228600" eaLnBrk="0" fontAlgn="base" hangingPunct="0">
              <a:lnSpc>
                <a:spcPct val="110000"/>
              </a:lnSpc>
              <a:spcBef>
                <a:spcPct val="20000"/>
              </a:spcBef>
              <a:spcAft>
                <a:spcPct val="0"/>
              </a:spcAft>
              <a:buClr>
                <a:srgbClr val="3367CD"/>
              </a:buClr>
              <a:defRPr sz="1600">
                <a:solidFill>
                  <a:schemeClr val="tx1"/>
                </a:solidFill>
                <a:latin typeface="Arial" charset="0"/>
              </a:defRPr>
            </a:lvl8pPr>
            <a:lvl9pPr marL="3886200" indent="-228600" eaLnBrk="0" fontAlgn="base" hangingPunct="0">
              <a:lnSpc>
                <a:spcPct val="110000"/>
              </a:lnSpc>
              <a:spcBef>
                <a:spcPct val="20000"/>
              </a:spcBef>
              <a:spcAft>
                <a:spcPct val="0"/>
              </a:spcAft>
              <a:buClr>
                <a:srgbClr val="3367CD"/>
              </a:buClr>
              <a:defRPr sz="1600">
                <a:solidFill>
                  <a:schemeClr val="tx1"/>
                </a:solidFill>
                <a:latin typeface="Arial" charset="0"/>
              </a:defRPr>
            </a:lvl9pPr>
          </a:lstStyle>
          <a:p>
            <a:pPr fontAlgn="base">
              <a:spcBef>
                <a:spcPct val="0"/>
              </a:spcBef>
              <a:spcAft>
                <a:spcPct val="0"/>
              </a:spcAft>
              <a:buFontTx/>
              <a:buChar char="©"/>
              <a:defRPr/>
            </a:pPr>
            <a:r>
              <a:rPr lang="en-US" sz="700">
                <a:solidFill>
                  <a:srgbClr val="000000"/>
                </a:solidFill>
              </a:rPr>
              <a:t> 2015 Eaton. All Rights Reserved.</a:t>
            </a:r>
            <a:r>
              <a:rPr lang="en-US" sz="700">
                <a:solidFill>
                  <a:srgbClr val="FFFFFF"/>
                </a:solidFill>
              </a:rPr>
              <a:t>.</a:t>
            </a:r>
          </a:p>
        </p:txBody>
      </p:sp>
      <p:sp>
        <p:nvSpPr>
          <p:cNvPr id="5" name="Rectangle 10"/>
          <p:cNvSpPr>
            <a:spLocks noChangeArrowheads="1"/>
          </p:cNvSpPr>
          <p:nvPr/>
        </p:nvSpPr>
        <p:spPr bwMode="auto">
          <a:xfrm>
            <a:off x="381000" y="0"/>
            <a:ext cx="8763000" cy="5715000"/>
          </a:xfrm>
          <a:prstGeom prst="rect">
            <a:avLst/>
          </a:prstGeom>
          <a:noFill/>
          <a:ln w="3175" algn="ctr">
            <a:solidFill>
              <a:srgbClr val="B2B2B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fontAlgn="base">
              <a:lnSpc>
                <a:spcPct val="110000"/>
              </a:lnSpc>
              <a:spcBef>
                <a:spcPct val="20000"/>
              </a:spcBef>
              <a:spcAft>
                <a:spcPct val="0"/>
              </a:spcAft>
              <a:buClr>
                <a:srgbClr val="3367CD"/>
              </a:buClr>
            </a:pPr>
            <a:endParaRPr lang="en-US" sz="1600">
              <a:solidFill>
                <a:srgbClr val="000000"/>
              </a:solidFill>
            </a:endParaRPr>
          </a:p>
        </p:txBody>
      </p:sp>
      <p:pic>
        <p:nvPicPr>
          <p:cNvPr id="6" name="Picture 13" descr="Eaton - white background"/>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85800" y="5970588"/>
            <a:ext cx="1905000" cy="887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3" name="Rectangle 3"/>
          <p:cNvSpPr>
            <a:spLocks noGrp="1" noChangeArrowheads="1"/>
          </p:cNvSpPr>
          <p:nvPr>
            <p:ph type="ctrTitle"/>
          </p:nvPr>
        </p:nvSpPr>
        <p:spPr>
          <a:xfrm>
            <a:off x="1206500" y="152400"/>
            <a:ext cx="7924800" cy="990600"/>
          </a:xfrm>
        </p:spPr>
        <p:txBody>
          <a:bodyPr anchor="ctr"/>
          <a:lstStyle>
            <a:lvl1pPr>
              <a:defRPr sz="2800" baseline="0">
                <a:solidFill>
                  <a:schemeClr val="tx1"/>
                </a:solidFill>
              </a:defRPr>
            </a:lvl1pPr>
          </a:lstStyle>
          <a:p>
            <a:pPr lvl="0"/>
            <a:r>
              <a:rPr lang="en-US" noProof="0"/>
              <a:t>Click to edit Master title style</a:t>
            </a:r>
          </a:p>
        </p:txBody>
      </p:sp>
    </p:spTree>
    <p:extLst>
      <p:ext uri="{BB962C8B-B14F-4D97-AF65-F5344CB8AC3E}">
        <p14:creationId xmlns:p14="http://schemas.microsoft.com/office/powerpoint/2010/main" val="2129055256"/>
      </p:ext>
    </p:extLst>
  </p:cSld>
  <p:clrMapOvr>
    <a:masterClrMapping/>
  </p:clrMapOvr>
  <p:transition spd="med">
    <p:wipe di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_option 2">
    <p:spTree>
      <p:nvGrpSpPr>
        <p:cNvPr id="1" name=""/>
        <p:cNvGrpSpPr/>
        <p:nvPr/>
      </p:nvGrpSpPr>
      <p:grpSpPr>
        <a:xfrm>
          <a:off x="0" y="0"/>
          <a:ext cx="0" cy="0"/>
          <a:chOff x="0" y="0"/>
          <a:chExt cx="0" cy="0"/>
        </a:xfrm>
      </p:grpSpPr>
      <p:sp>
        <p:nvSpPr>
          <p:cNvPr id="4" name="Text Box 7"/>
          <p:cNvSpPr txBox="1">
            <a:spLocks noChangeArrowheads="1"/>
          </p:cNvSpPr>
          <p:nvPr/>
        </p:nvSpPr>
        <p:spPr bwMode="auto">
          <a:xfrm>
            <a:off x="3657600" y="6538913"/>
            <a:ext cx="1622560" cy="200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defRPr>
            </a:lvl1pPr>
            <a:lvl2pPr marL="742950" indent="-285750" eaLnBrk="0" hangingPunct="0">
              <a:defRPr sz="1600">
                <a:solidFill>
                  <a:schemeClr val="tx1"/>
                </a:solidFill>
                <a:latin typeface="Arial" charset="0"/>
              </a:defRPr>
            </a:lvl2pPr>
            <a:lvl3pPr marL="1143000" indent="-228600" eaLnBrk="0" hangingPunct="0">
              <a:defRPr sz="1600">
                <a:solidFill>
                  <a:schemeClr val="tx1"/>
                </a:solidFill>
                <a:latin typeface="Arial" charset="0"/>
              </a:defRPr>
            </a:lvl3pPr>
            <a:lvl4pPr marL="1600200" indent="-228600" eaLnBrk="0" hangingPunct="0">
              <a:defRPr sz="1600">
                <a:solidFill>
                  <a:schemeClr val="tx1"/>
                </a:solidFill>
                <a:latin typeface="Arial" charset="0"/>
              </a:defRPr>
            </a:lvl4pPr>
            <a:lvl5pPr marL="2057400" indent="-228600" eaLnBrk="0" hangingPunct="0">
              <a:defRPr sz="1600">
                <a:solidFill>
                  <a:schemeClr val="tx1"/>
                </a:solidFill>
                <a:latin typeface="Arial" charset="0"/>
              </a:defRPr>
            </a:lvl5pPr>
            <a:lvl6pPr marL="2514600" indent="-228600" eaLnBrk="0" fontAlgn="base" hangingPunct="0">
              <a:lnSpc>
                <a:spcPct val="110000"/>
              </a:lnSpc>
              <a:spcBef>
                <a:spcPct val="20000"/>
              </a:spcBef>
              <a:spcAft>
                <a:spcPct val="0"/>
              </a:spcAft>
              <a:buClr>
                <a:srgbClr val="3367CD"/>
              </a:buClr>
              <a:defRPr sz="1600">
                <a:solidFill>
                  <a:schemeClr val="tx1"/>
                </a:solidFill>
                <a:latin typeface="Arial" charset="0"/>
              </a:defRPr>
            </a:lvl6pPr>
            <a:lvl7pPr marL="2971800" indent="-228600" eaLnBrk="0" fontAlgn="base" hangingPunct="0">
              <a:lnSpc>
                <a:spcPct val="110000"/>
              </a:lnSpc>
              <a:spcBef>
                <a:spcPct val="20000"/>
              </a:spcBef>
              <a:spcAft>
                <a:spcPct val="0"/>
              </a:spcAft>
              <a:buClr>
                <a:srgbClr val="3367CD"/>
              </a:buClr>
              <a:defRPr sz="1600">
                <a:solidFill>
                  <a:schemeClr val="tx1"/>
                </a:solidFill>
                <a:latin typeface="Arial" charset="0"/>
              </a:defRPr>
            </a:lvl7pPr>
            <a:lvl8pPr marL="3429000" indent="-228600" eaLnBrk="0" fontAlgn="base" hangingPunct="0">
              <a:lnSpc>
                <a:spcPct val="110000"/>
              </a:lnSpc>
              <a:spcBef>
                <a:spcPct val="20000"/>
              </a:spcBef>
              <a:spcAft>
                <a:spcPct val="0"/>
              </a:spcAft>
              <a:buClr>
                <a:srgbClr val="3367CD"/>
              </a:buClr>
              <a:defRPr sz="1600">
                <a:solidFill>
                  <a:schemeClr val="tx1"/>
                </a:solidFill>
                <a:latin typeface="Arial" charset="0"/>
              </a:defRPr>
            </a:lvl8pPr>
            <a:lvl9pPr marL="3886200" indent="-228600" eaLnBrk="0" fontAlgn="base" hangingPunct="0">
              <a:lnSpc>
                <a:spcPct val="110000"/>
              </a:lnSpc>
              <a:spcBef>
                <a:spcPct val="20000"/>
              </a:spcBef>
              <a:spcAft>
                <a:spcPct val="0"/>
              </a:spcAft>
              <a:buClr>
                <a:srgbClr val="3367CD"/>
              </a:buClr>
              <a:defRPr sz="1600">
                <a:solidFill>
                  <a:schemeClr val="tx1"/>
                </a:solidFill>
                <a:latin typeface="Arial" charset="0"/>
              </a:defRPr>
            </a:lvl9pPr>
          </a:lstStyle>
          <a:p>
            <a:pPr fontAlgn="base">
              <a:spcBef>
                <a:spcPct val="0"/>
              </a:spcBef>
              <a:spcAft>
                <a:spcPct val="0"/>
              </a:spcAft>
              <a:buFontTx/>
              <a:buChar char="©"/>
              <a:defRPr/>
            </a:pPr>
            <a:r>
              <a:rPr lang="en-US" sz="700">
                <a:solidFill>
                  <a:srgbClr val="000000"/>
                </a:solidFill>
              </a:rPr>
              <a:t> 2015 Eaton. All Rights Reserved.</a:t>
            </a:r>
            <a:r>
              <a:rPr lang="en-US" sz="700">
                <a:solidFill>
                  <a:srgbClr val="FFFFFF"/>
                </a:solidFill>
              </a:rPr>
              <a:t>.</a:t>
            </a:r>
          </a:p>
        </p:txBody>
      </p:sp>
      <p:sp>
        <p:nvSpPr>
          <p:cNvPr id="5" name="Rectangle 10"/>
          <p:cNvSpPr>
            <a:spLocks noChangeArrowheads="1"/>
          </p:cNvSpPr>
          <p:nvPr/>
        </p:nvSpPr>
        <p:spPr bwMode="auto">
          <a:xfrm>
            <a:off x="381000" y="0"/>
            <a:ext cx="8763000" cy="3200400"/>
          </a:xfrm>
          <a:prstGeom prst="rect">
            <a:avLst/>
          </a:prstGeom>
          <a:noFill/>
          <a:ln w="3175" algn="ctr">
            <a:solidFill>
              <a:srgbClr val="B2B2B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fontAlgn="base">
              <a:lnSpc>
                <a:spcPct val="110000"/>
              </a:lnSpc>
              <a:spcBef>
                <a:spcPct val="20000"/>
              </a:spcBef>
              <a:spcAft>
                <a:spcPct val="0"/>
              </a:spcAft>
              <a:buClr>
                <a:srgbClr val="3367CD"/>
              </a:buClr>
            </a:pPr>
            <a:endParaRPr lang="en-US" sz="1600">
              <a:solidFill>
                <a:srgbClr val="000000"/>
              </a:solidFill>
            </a:endParaRPr>
          </a:p>
        </p:txBody>
      </p:sp>
      <p:pic>
        <p:nvPicPr>
          <p:cNvPr id="6" name="Picture 13" descr="Eaton - white background"/>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85800" y="5970588"/>
            <a:ext cx="1905000" cy="887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3" name="Rectangle 3"/>
          <p:cNvSpPr>
            <a:spLocks noGrp="1" noChangeArrowheads="1"/>
          </p:cNvSpPr>
          <p:nvPr>
            <p:ph type="ctrTitle"/>
          </p:nvPr>
        </p:nvSpPr>
        <p:spPr>
          <a:xfrm>
            <a:off x="838200" y="3200400"/>
            <a:ext cx="7924800" cy="1143000"/>
          </a:xfrm>
        </p:spPr>
        <p:txBody>
          <a:bodyPr anchor="ctr"/>
          <a:lstStyle>
            <a:lvl1pPr>
              <a:defRPr/>
            </a:lvl1pPr>
          </a:lstStyle>
          <a:p>
            <a:pPr lvl="0"/>
            <a:r>
              <a:rPr lang="en-US" noProof="0"/>
              <a:t>Click to edit Master title style</a:t>
            </a:r>
          </a:p>
        </p:txBody>
      </p:sp>
      <p:sp>
        <p:nvSpPr>
          <p:cNvPr id="5124" name="Rectangle 4"/>
          <p:cNvSpPr>
            <a:spLocks noGrp="1" noChangeArrowheads="1"/>
          </p:cNvSpPr>
          <p:nvPr>
            <p:ph type="subTitle" idx="1"/>
          </p:nvPr>
        </p:nvSpPr>
        <p:spPr>
          <a:xfrm>
            <a:off x="838200" y="4783138"/>
            <a:ext cx="6024563" cy="1027112"/>
          </a:xfrm>
        </p:spPr>
        <p:txBody>
          <a:bodyPr/>
          <a:lstStyle>
            <a:lvl1pPr marL="0" indent="0">
              <a:buFontTx/>
              <a:buNone/>
              <a:defRPr sz="1600">
                <a:solidFill>
                  <a:srgbClr val="0067C6"/>
                </a:solidFill>
              </a:defRPr>
            </a:lvl1pPr>
          </a:lstStyle>
          <a:p>
            <a:pPr lvl="0"/>
            <a:r>
              <a:rPr lang="en-US" noProof="0"/>
              <a:t>Click to edit Master subtitle style</a:t>
            </a:r>
          </a:p>
        </p:txBody>
      </p:sp>
    </p:spTree>
    <p:extLst>
      <p:ext uri="{BB962C8B-B14F-4D97-AF65-F5344CB8AC3E}">
        <p14:creationId xmlns:p14="http://schemas.microsoft.com/office/powerpoint/2010/main" val="771010727"/>
      </p:ext>
    </p:extLst>
  </p:cSld>
  <p:clrMapOvr>
    <a:masterClrMapping/>
  </p:clrMapOvr>
  <p:transition spd="med">
    <p:wipe di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Impactful Slide">
    <p:spTree>
      <p:nvGrpSpPr>
        <p:cNvPr id="1" name=""/>
        <p:cNvGrpSpPr/>
        <p:nvPr/>
      </p:nvGrpSpPr>
      <p:grpSpPr>
        <a:xfrm>
          <a:off x="0" y="0"/>
          <a:ext cx="0" cy="0"/>
          <a:chOff x="0" y="0"/>
          <a:chExt cx="0" cy="0"/>
        </a:xfrm>
      </p:grpSpPr>
      <p:sp>
        <p:nvSpPr>
          <p:cNvPr id="4" name="Text Box 7"/>
          <p:cNvSpPr txBox="1">
            <a:spLocks noChangeArrowheads="1"/>
          </p:cNvSpPr>
          <p:nvPr/>
        </p:nvSpPr>
        <p:spPr bwMode="auto">
          <a:xfrm>
            <a:off x="3657600" y="6538913"/>
            <a:ext cx="1622560" cy="200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defRPr>
            </a:lvl1pPr>
            <a:lvl2pPr marL="742950" indent="-285750" eaLnBrk="0" hangingPunct="0">
              <a:defRPr sz="1600">
                <a:solidFill>
                  <a:schemeClr val="tx1"/>
                </a:solidFill>
                <a:latin typeface="Arial" charset="0"/>
              </a:defRPr>
            </a:lvl2pPr>
            <a:lvl3pPr marL="1143000" indent="-228600" eaLnBrk="0" hangingPunct="0">
              <a:defRPr sz="1600">
                <a:solidFill>
                  <a:schemeClr val="tx1"/>
                </a:solidFill>
                <a:latin typeface="Arial" charset="0"/>
              </a:defRPr>
            </a:lvl3pPr>
            <a:lvl4pPr marL="1600200" indent="-228600" eaLnBrk="0" hangingPunct="0">
              <a:defRPr sz="1600">
                <a:solidFill>
                  <a:schemeClr val="tx1"/>
                </a:solidFill>
                <a:latin typeface="Arial" charset="0"/>
              </a:defRPr>
            </a:lvl4pPr>
            <a:lvl5pPr marL="2057400" indent="-228600" eaLnBrk="0" hangingPunct="0">
              <a:defRPr sz="1600">
                <a:solidFill>
                  <a:schemeClr val="tx1"/>
                </a:solidFill>
                <a:latin typeface="Arial" charset="0"/>
              </a:defRPr>
            </a:lvl5pPr>
            <a:lvl6pPr marL="2514600" indent="-228600" eaLnBrk="0" fontAlgn="base" hangingPunct="0">
              <a:lnSpc>
                <a:spcPct val="110000"/>
              </a:lnSpc>
              <a:spcBef>
                <a:spcPct val="20000"/>
              </a:spcBef>
              <a:spcAft>
                <a:spcPct val="0"/>
              </a:spcAft>
              <a:buClr>
                <a:srgbClr val="3367CD"/>
              </a:buClr>
              <a:defRPr sz="1600">
                <a:solidFill>
                  <a:schemeClr val="tx1"/>
                </a:solidFill>
                <a:latin typeface="Arial" charset="0"/>
              </a:defRPr>
            </a:lvl6pPr>
            <a:lvl7pPr marL="2971800" indent="-228600" eaLnBrk="0" fontAlgn="base" hangingPunct="0">
              <a:lnSpc>
                <a:spcPct val="110000"/>
              </a:lnSpc>
              <a:spcBef>
                <a:spcPct val="20000"/>
              </a:spcBef>
              <a:spcAft>
                <a:spcPct val="0"/>
              </a:spcAft>
              <a:buClr>
                <a:srgbClr val="3367CD"/>
              </a:buClr>
              <a:defRPr sz="1600">
                <a:solidFill>
                  <a:schemeClr val="tx1"/>
                </a:solidFill>
                <a:latin typeface="Arial" charset="0"/>
              </a:defRPr>
            </a:lvl7pPr>
            <a:lvl8pPr marL="3429000" indent="-228600" eaLnBrk="0" fontAlgn="base" hangingPunct="0">
              <a:lnSpc>
                <a:spcPct val="110000"/>
              </a:lnSpc>
              <a:spcBef>
                <a:spcPct val="20000"/>
              </a:spcBef>
              <a:spcAft>
                <a:spcPct val="0"/>
              </a:spcAft>
              <a:buClr>
                <a:srgbClr val="3367CD"/>
              </a:buClr>
              <a:defRPr sz="1600">
                <a:solidFill>
                  <a:schemeClr val="tx1"/>
                </a:solidFill>
                <a:latin typeface="Arial" charset="0"/>
              </a:defRPr>
            </a:lvl8pPr>
            <a:lvl9pPr marL="3886200" indent="-228600" eaLnBrk="0" fontAlgn="base" hangingPunct="0">
              <a:lnSpc>
                <a:spcPct val="110000"/>
              </a:lnSpc>
              <a:spcBef>
                <a:spcPct val="20000"/>
              </a:spcBef>
              <a:spcAft>
                <a:spcPct val="0"/>
              </a:spcAft>
              <a:buClr>
                <a:srgbClr val="3367CD"/>
              </a:buClr>
              <a:defRPr sz="1600">
                <a:solidFill>
                  <a:schemeClr val="tx1"/>
                </a:solidFill>
                <a:latin typeface="Arial" charset="0"/>
              </a:defRPr>
            </a:lvl9pPr>
          </a:lstStyle>
          <a:p>
            <a:pPr fontAlgn="base">
              <a:spcBef>
                <a:spcPct val="0"/>
              </a:spcBef>
              <a:spcAft>
                <a:spcPct val="0"/>
              </a:spcAft>
              <a:buFontTx/>
              <a:buChar char="©"/>
              <a:defRPr/>
            </a:pPr>
            <a:r>
              <a:rPr lang="en-US" sz="700">
                <a:solidFill>
                  <a:srgbClr val="000000"/>
                </a:solidFill>
              </a:rPr>
              <a:t> 2015 Eaton. All Rights Reserved.</a:t>
            </a:r>
            <a:r>
              <a:rPr lang="en-US" sz="700">
                <a:solidFill>
                  <a:srgbClr val="FFFFFF"/>
                </a:solidFill>
              </a:rPr>
              <a:t>.</a:t>
            </a:r>
          </a:p>
        </p:txBody>
      </p:sp>
      <p:sp>
        <p:nvSpPr>
          <p:cNvPr id="2" name="Rectangle 1"/>
          <p:cNvSpPr/>
          <p:nvPr userDrawn="1"/>
        </p:nvSpPr>
        <p:spPr bwMode="auto">
          <a:xfrm>
            <a:off x="381000" y="0"/>
            <a:ext cx="8763000" cy="5715000"/>
          </a:xfrm>
          <a:prstGeom prst="rect">
            <a:avLst/>
          </a:prstGeom>
          <a:noFill/>
          <a:ln>
            <a:solidFill>
              <a:schemeClr val="bg1">
                <a:lumMod val="75000"/>
              </a:schemeClr>
            </a:solidFill>
          </a:ln>
          <a:effectLst/>
        </p:spPr>
        <p:txBody>
          <a:bodyPr vert="horz" wrap="square" lIns="91440" tIns="45720" rIns="91440" bIns="45720" numCol="1" rtlCol="0" anchor="t" anchorCtr="0" compatLnSpc="1">
            <a:prstTxWarp prst="textNoShape">
              <a:avLst/>
            </a:prstTxWarp>
          </a:bodyPr>
          <a:lstStyle/>
          <a:p>
            <a:pPr fontAlgn="base">
              <a:lnSpc>
                <a:spcPct val="110000"/>
              </a:lnSpc>
              <a:spcBef>
                <a:spcPct val="20000"/>
              </a:spcBef>
              <a:spcAft>
                <a:spcPct val="0"/>
              </a:spcAft>
              <a:buClr>
                <a:srgbClr val="3367CD"/>
              </a:buClr>
            </a:pPr>
            <a:endParaRPr lang="en-US" sz="1600">
              <a:solidFill>
                <a:srgbClr val="000000"/>
              </a:solidFill>
            </a:endParaRPr>
          </a:p>
        </p:txBody>
      </p:sp>
      <p:pic>
        <p:nvPicPr>
          <p:cNvPr id="8" name="Picture 13" descr="Eaton - white background"/>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t="1" b="7089"/>
          <a:stretch/>
        </p:blipFill>
        <p:spPr bwMode="auto">
          <a:xfrm>
            <a:off x="762000" y="6324600"/>
            <a:ext cx="1232421"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35"/>
          <p:cNvSpPr>
            <a:spLocks noChangeArrowheads="1"/>
          </p:cNvSpPr>
          <p:nvPr userDrawn="1"/>
        </p:nvSpPr>
        <p:spPr bwMode="auto">
          <a:xfrm>
            <a:off x="6705600" y="6553200"/>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fld id="{43DBA627-09D6-4F6C-921A-2B5A1E4AADE1}" type="slidenum">
              <a:rPr lang="en-US" sz="900">
                <a:solidFill>
                  <a:srgbClr val="0C86F4"/>
                </a:solidFill>
              </a:rPr>
              <a:pPr algn="r" fontAlgn="base">
                <a:spcBef>
                  <a:spcPct val="0"/>
                </a:spcBef>
                <a:spcAft>
                  <a:spcPct val="0"/>
                </a:spcAft>
              </a:pPr>
              <a:t>‹#›</a:t>
            </a:fld>
            <a:endParaRPr lang="en-US" sz="900">
              <a:solidFill>
                <a:srgbClr val="0C86F4"/>
              </a:solidFill>
            </a:endParaRPr>
          </a:p>
        </p:txBody>
      </p:sp>
    </p:spTree>
    <p:extLst>
      <p:ext uri="{BB962C8B-B14F-4D97-AF65-F5344CB8AC3E}">
        <p14:creationId xmlns:p14="http://schemas.microsoft.com/office/powerpoint/2010/main" val="2656715607"/>
      </p:ext>
    </p:extLst>
  </p:cSld>
  <p:clrMapOvr>
    <a:masterClrMapping/>
  </p:clrMapOvr>
  <p:transition spd="med">
    <p:wipe di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53850779"/>
      </p:ext>
    </p:extLst>
  </p:cSld>
  <p:clrMapOvr>
    <a:masterClrMapping/>
  </p:clrMapOvr>
  <p:transition spd="med">
    <p:wipe di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9788" y="1552575"/>
            <a:ext cx="3884612" cy="46958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76800" y="1552575"/>
            <a:ext cx="3886200" cy="46958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40465372"/>
      </p:ext>
    </p:extLst>
  </p:cSld>
  <p:clrMapOvr>
    <a:masterClrMapping/>
  </p:clrMapOvr>
  <p:transition spd="med">
    <p:wipe di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0" indent="0">
              <a:buNone/>
              <a:defRPr/>
            </a:lvl1pPr>
          </a:lstStyle>
          <a:p>
            <a:pPr lvl="0"/>
            <a:endParaRPr lang="en-US"/>
          </a:p>
        </p:txBody>
      </p:sp>
    </p:spTree>
    <p:extLst>
      <p:ext uri="{BB962C8B-B14F-4D97-AF65-F5344CB8AC3E}">
        <p14:creationId xmlns:p14="http://schemas.microsoft.com/office/powerpoint/2010/main" val="1013062436"/>
      </p:ext>
    </p:extLst>
  </p:cSld>
  <p:clrMapOvr>
    <a:masterClrMapping/>
  </p:clrMapOvr>
  <p:transition spd="med">
    <p:wipe di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839788" y="1552575"/>
            <a:ext cx="4189412" cy="4695825"/>
          </a:xfrm>
        </p:spPr>
        <p:txBody>
          <a:bodyPr/>
          <a:lstStyle>
            <a:lvl1pPr marL="457200" indent="-457200">
              <a:buFont typeface="Arial" pitchFamily="34" charset="0"/>
              <a:buChar char="•"/>
              <a:defRPr/>
            </a:lvl1pPr>
          </a:lstStyle>
          <a:p>
            <a:pPr lvl="0"/>
            <a:endParaRPr lang="en-US"/>
          </a:p>
        </p:txBody>
      </p:sp>
      <p:sp>
        <p:nvSpPr>
          <p:cNvPr id="4" name="Content Placeholder 2"/>
          <p:cNvSpPr>
            <a:spLocks noGrp="1"/>
          </p:cNvSpPr>
          <p:nvPr>
            <p:ph idx="10"/>
          </p:nvPr>
        </p:nvSpPr>
        <p:spPr>
          <a:xfrm>
            <a:off x="5105400" y="1552575"/>
            <a:ext cx="3657600" cy="2362200"/>
          </a:xfrm>
        </p:spPr>
        <p:txBody>
          <a:bodyPr/>
          <a:lstStyle>
            <a:lvl1pPr marL="0" indent="0">
              <a:buNone/>
              <a:defRPr/>
            </a:lvl1pPr>
          </a:lstStyle>
          <a:p>
            <a:pPr lvl="0"/>
            <a:endParaRPr lang="en-US"/>
          </a:p>
        </p:txBody>
      </p:sp>
      <p:sp>
        <p:nvSpPr>
          <p:cNvPr id="5" name="Content Placeholder 2"/>
          <p:cNvSpPr>
            <a:spLocks noGrp="1"/>
          </p:cNvSpPr>
          <p:nvPr>
            <p:ph idx="11"/>
          </p:nvPr>
        </p:nvSpPr>
        <p:spPr>
          <a:xfrm>
            <a:off x="5105400" y="3962400"/>
            <a:ext cx="3657600" cy="2286000"/>
          </a:xfrm>
        </p:spPr>
        <p:txBody>
          <a:bodyPr/>
          <a:lstStyle>
            <a:lvl1pPr marL="0" indent="0">
              <a:buNone/>
              <a:defRPr/>
            </a:lvl1pPr>
          </a:lstStyle>
          <a:p>
            <a:pPr lvl="0"/>
            <a:endParaRPr lang="en-US"/>
          </a:p>
        </p:txBody>
      </p:sp>
    </p:spTree>
    <p:extLst>
      <p:ext uri="{BB962C8B-B14F-4D97-AF65-F5344CB8AC3E}">
        <p14:creationId xmlns:p14="http://schemas.microsoft.com/office/powerpoint/2010/main" val="3651290880"/>
      </p:ext>
    </p:extLst>
  </p:cSld>
  <p:clrMapOvr>
    <a:masterClrMapping/>
  </p:clrMapOvr>
  <p:transition spd="med">
    <p:wipe di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hart Placeholder 3"/>
          <p:cNvSpPr>
            <a:spLocks noGrp="1"/>
          </p:cNvSpPr>
          <p:nvPr>
            <p:ph type="chart" sz="quarter" idx="10"/>
          </p:nvPr>
        </p:nvSpPr>
        <p:spPr>
          <a:xfrm>
            <a:off x="838200" y="2286000"/>
            <a:ext cx="7924800" cy="3581400"/>
          </a:xfrm>
        </p:spPr>
        <p:txBody>
          <a:bodyPr/>
          <a:lstStyle/>
          <a:p>
            <a:pPr lvl="0"/>
            <a:endParaRPr lang="en-US" noProof="0"/>
          </a:p>
        </p:txBody>
      </p:sp>
      <p:sp>
        <p:nvSpPr>
          <p:cNvPr id="6" name="Text Placeholder 5"/>
          <p:cNvSpPr>
            <a:spLocks noGrp="1"/>
          </p:cNvSpPr>
          <p:nvPr>
            <p:ph type="body" sz="quarter" idx="11"/>
          </p:nvPr>
        </p:nvSpPr>
        <p:spPr>
          <a:xfrm>
            <a:off x="838200" y="1447800"/>
            <a:ext cx="7924800" cy="609600"/>
          </a:xfrm>
        </p:spPr>
        <p:txBody>
          <a:bodyPr/>
          <a:lstStyle>
            <a:lvl1pPr marL="0" indent="0">
              <a:buNone/>
              <a:defRPr sz="2400" b="1"/>
            </a:lvl1pPr>
            <a:lvl5pPr marL="1828800" indent="0">
              <a:buNone/>
              <a:defRPr/>
            </a:lvl5pPr>
          </a:lstStyle>
          <a:p>
            <a:pPr lvl="0"/>
            <a:r>
              <a:rPr lang="en-US"/>
              <a:t>Click to edit Master text styles</a:t>
            </a:r>
          </a:p>
        </p:txBody>
      </p:sp>
    </p:spTree>
    <p:extLst>
      <p:ext uri="{BB962C8B-B14F-4D97-AF65-F5344CB8AC3E}">
        <p14:creationId xmlns:p14="http://schemas.microsoft.com/office/powerpoint/2010/main" val="1493516128"/>
      </p:ext>
    </p:extLst>
  </p:cSld>
  <p:clrMapOvr>
    <a:masterClrMapping/>
  </p:clrMapOvr>
  <p:transition spd="med">
    <p:wipe di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04335311"/>
      </p:ext>
    </p:extLst>
  </p:cSld>
  <p:clrMapOvr>
    <a:masterClrMapping/>
  </p:clrMapOvr>
  <p:transition spd="med">
    <p:wipe dir="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170155914"/>
      </p:ext>
    </p:extLst>
  </p:cSld>
  <p:clrMapOvr>
    <a:masterClrMapping/>
  </p:clrMapOvr>
  <p:transition spd="med">
    <p:wipe dir="d"/>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userDrawn="1">
  <p:cSld name="2_Title Slide">
    <p:spTree>
      <p:nvGrpSpPr>
        <p:cNvPr id="1" name=""/>
        <p:cNvGrpSpPr/>
        <p:nvPr/>
      </p:nvGrpSpPr>
      <p:grpSpPr>
        <a:xfrm>
          <a:off x="0" y="0"/>
          <a:ext cx="0" cy="0"/>
          <a:chOff x="0" y="0"/>
          <a:chExt cx="0" cy="0"/>
        </a:xfrm>
      </p:grpSpPr>
      <p:sp>
        <p:nvSpPr>
          <p:cNvPr id="4" name="Text Box 7"/>
          <p:cNvSpPr txBox="1">
            <a:spLocks noChangeArrowheads="1"/>
          </p:cNvSpPr>
          <p:nvPr/>
        </p:nvSpPr>
        <p:spPr bwMode="auto">
          <a:xfrm>
            <a:off x="3657600" y="6538913"/>
            <a:ext cx="1622560" cy="200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defRPr>
            </a:lvl1pPr>
            <a:lvl2pPr marL="742950" indent="-285750" eaLnBrk="0" hangingPunct="0">
              <a:defRPr sz="1600">
                <a:solidFill>
                  <a:schemeClr val="tx1"/>
                </a:solidFill>
                <a:latin typeface="Arial" charset="0"/>
              </a:defRPr>
            </a:lvl2pPr>
            <a:lvl3pPr marL="1143000" indent="-228600" eaLnBrk="0" hangingPunct="0">
              <a:defRPr sz="1600">
                <a:solidFill>
                  <a:schemeClr val="tx1"/>
                </a:solidFill>
                <a:latin typeface="Arial" charset="0"/>
              </a:defRPr>
            </a:lvl3pPr>
            <a:lvl4pPr marL="1600200" indent="-228600" eaLnBrk="0" hangingPunct="0">
              <a:defRPr sz="1600">
                <a:solidFill>
                  <a:schemeClr val="tx1"/>
                </a:solidFill>
                <a:latin typeface="Arial" charset="0"/>
              </a:defRPr>
            </a:lvl4pPr>
            <a:lvl5pPr marL="2057400" indent="-228600" eaLnBrk="0" hangingPunct="0">
              <a:defRPr sz="1600">
                <a:solidFill>
                  <a:schemeClr val="tx1"/>
                </a:solidFill>
                <a:latin typeface="Arial" charset="0"/>
              </a:defRPr>
            </a:lvl5pPr>
            <a:lvl6pPr marL="2514600" indent="-228600" eaLnBrk="0" fontAlgn="base" hangingPunct="0">
              <a:lnSpc>
                <a:spcPct val="110000"/>
              </a:lnSpc>
              <a:spcBef>
                <a:spcPct val="20000"/>
              </a:spcBef>
              <a:spcAft>
                <a:spcPct val="0"/>
              </a:spcAft>
              <a:buClr>
                <a:srgbClr val="3367CD"/>
              </a:buClr>
              <a:defRPr sz="1600">
                <a:solidFill>
                  <a:schemeClr val="tx1"/>
                </a:solidFill>
                <a:latin typeface="Arial" charset="0"/>
              </a:defRPr>
            </a:lvl6pPr>
            <a:lvl7pPr marL="2971800" indent="-228600" eaLnBrk="0" fontAlgn="base" hangingPunct="0">
              <a:lnSpc>
                <a:spcPct val="110000"/>
              </a:lnSpc>
              <a:spcBef>
                <a:spcPct val="20000"/>
              </a:spcBef>
              <a:spcAft>
                <a:spcPct val="0"/>
              </a:spcAft>
              <a:buClr>
                <a:srgbClr val="3367CD"/>
              </a:buClr>
              <a:defRPr sz="1600">
                <a:solidFill>
                  <a:schemeClr val="tx1"/>
                </a:solidFill>
                <a:latin typeface="Arial" charset="0"/>
              </a:defRPr>
            </a:lvl7pPr>
            <a:lvl8pPr marL="3429000" indent="-228600" eaLnBrk="0" fontAlgn="base" hangingPunct="0">
              <a:lnSpc>
                <a:spcPct val="110000"/>
              </a:lnSpc>
              <a:spcBef>
                <a:spcPct val="20000"/>
              </a:spcBef>
              <a:spcAft>
                <a:spcPct val="0"/>
              </a:spcAft>
              <a:buClr>
                <a:srgbClr val="3367CD"/>
              </a:buClr>
              <a:defRPr sz="1600">
                <a:solidFill>
                  <a:schemeClr val="tx1"/>
                </a:solidFill>
                <a:latin typeface="Arial" charset="0"/>
              </a:defRPr>
            </a:lvl8pPr>
            <a:lvl9pPr marL="3886200" indent="-228600" eaLnBrk="0" fontAlgn="base" hangingPunct="0">
              <a:lnSpc>
                <a:spcPct val="110000"/>
              </a:lnSpc>
              <a:spcBef>
                <a:spcPct val="20000"/>
              </a:spcBef>
              <a:spcAft>
                <a:spcPct val="0"/>
              </a:spcAft>
              <a:buClr>
                <a:srgbClr val="3367CD"/>
              </a:buClr>
              <a:defRPr sz="1600">
                <a:solidFill>
                  <a:schemeClr val="tx1"/>
                </a:solidFill>
                <a:latin typeface="Arial" charset="0"/>
              </a:defRPr>
            </a:lvl9pPr>
          </a:lstStyle>
          <a:p>
            <a:pPr fontAlgn="base">
              <a:spcBef>
                <a:spcPct val="0"/>
              </a:spcBef>
              <a:spcAft>
                <a:spcPct val="0"/>
              </a:spcAft>
              <a:buFontTx/>
              <a:buChar char="©"/>
              <a:defRPr/>
            </a:pPr>
            <a:r>
              <a:rPr lang="en-US" sz="700">
                <a:solidFill>
                  <a:srgbClr val="000000"/>
                </a:solidFill>
              </a:rPr>
              <a:t> 2014 Eaton. All Rights Reserved.</a:t>
            </a:r>
            <a:r>
              <a:rPr lang="en-US" sz="700">
                <a:solidFill>
                  <a:srgbClr val="FFFFFF"/>
                </a:solidFill>
              </a:rPr>
              <a:t>.</a:t>
            </a:r>
          </a:p>
        </p:txBody>
      </p:sp>
      <p:sp>
        <p:nvSpPr>
          <p:cNvPr id="2" name="Rectangle 1"/>
          <p:cNvSpPr/>
          <p:nvPr userDrawn="1"/>
        </p:nvSpPr>
        <p:spPr bwMode="auto">
          <a:xfrm>
            <a:off x="381000" y="0"/>
            <a:ext cx="8763000" cy="5715000"/>
          </a:xfrm>
          <a:prstGeom prst="rect">
            <a:avLst/>
          </a:prstGeom>
          <a:noFill/>
          <a:ln>
            <a:solidFill>
              <a:schemeClr val="bg1">
                <a:lumMod val="85000"/>
              </a:schemeClr>
            </a:solidFill>
          </a:ln>
          <a:effectLst/>
        </p:spPr>
        <p:txBody>
          <a:bodyPr vert="horz" wrap="square" lIns="91440" tIns="45720" rIns="91440" bIns="45720" numCol="1" rtlCol="0" anchor="t" anchorCtr="0" compatLnSpc="1">
            <a:prstTxWarp prst="textNoShape">
              <a:avLst/>
            </a:prstTxWarp>
          </a:bodyPr>
          <a:lstStyle/>
          <a:p>
            <a:pPr fontAlgn="base">
              <a:lnSpc>
                <a:spcPct val="110000"/>
              </a:lnSpc>
              <a:spcBef>
                <a:spcPct val="20000"/>
              </a:spcBef>
              <a:spcAft>
                <a:spcPct val="0"/>
              </a:spcAft>
              <a:buClr>
                <a:srgbClr val="3367CD"/>
              </a:buClr>
            </a:pPr>
            <a:endParaRPr lang="en-US" sz="1600">
              <a:solidFill>
                <a:srgbClr val="000000"/>
              </a:solidFill>
            </a:endParaRPr>
          </a:p>
        </p:txBody>
      </p:sp>
      <p:pic>
        <p:nvPicPr>
          <p:cNvPr id="8" name="Picture 13" descr="Eaton - white background"/>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t="1" b="7089"/>
          <a:stretch/>
        </p:blipFill>
        <p:spPr bwMode="auto">
          <a:xfrm>
            <a:off x="762000" y="6324600"/>
            <a:ext cx="1232421"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35"/>
          <p:cNvSpPr>
            <a:spLocks noChangeArrowheads="1"/>
          </p:cNvSpPr>
          <p:nvPr userDrawn="1"/>
        </p:nvSpPr>
        <p:spPr bwMode="auto">
          <a:xfrm>
            <a:off x="6705600" y="6553200"/>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fld id="{43DBA627-09D6-4F6C-921A-2B5A1E4AADE1}" type="slidenum">
              <a:rPr lang="en-US" sz="900">
                <a:solidFill>
                  <a:srgbClr val="0C86F4"/>
                </a:solidFill>
              </a:rPr>
              <a:pPr algn="r" fontAlgn="base">
                <a:spcBef>
                  <a:spcPct val="0"/>
                </a:spcBef>
                <a:spcAft>
                  <a:spcPct val="0"/>
                </a:spcAft>
              </a:pPr>
              <a:t>‹#›</a:t>
            </a:fld>
            <a:endParaRPr lang="en-US" sz="900">
              <a:solidFill>
                <a:srgbClr val="0C86F4"/>
              </a:solidFill>
            </a:endParaRPr>
          </a:p>
        </p:txBody>
      </p:sp>
    </p:spTree>
    <p:extLst>
      <p:ext uri="{BB962C8B-B14F-4D97-AF65-F5344CB8AC3E}">
        <p14:creationId xmlns:p14="http://schemas.microsoft.com/office/powerpoint/2010/main" val="3247515823"/>
      </p:ext>
    </p:extLst>
  </p:cSld>
  <p:clrMapOvr>
    <a:masterClrMapping/>
  </p:clrMapOvr>
  <p:transition spd="med">
    <p:wipe dir="d"/>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Text Box 7"/>
          <p:cNvSpPr txBox="1">
            <a:spLocks noChangeArrowheads="1"/>
          </p:cNvSpPr>
          <p:nvPr/>
        </p:nvSpPr>
        <p:spPr bwMode="auto">
          <a:xfrm>
            <a:off x="3657600" y="6538913"/>
            <a:ext cx="1596912" cy="200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defRPr>
            </a:lvl1pPr>
            <a:lvl2pPr marL="742950" indent="-285750" eaLnBrk="0" hangingPunct="0">
              <a:defRPr sz="1600">
                <a:solidFill>
                  <a:schemeClr val="tx1"/>
                </a:solidFill>
                <a:latin typeface="Arial" charset="0"/>
              </a:defRPr>
            </a:lvl2pPr>
            <a:lvl3pPr marL="1143000" indent="-228600" eaLnBrk="0" hangingPunct="0">
              <a:defRPr sz="1600">
                <a:solidFill>
                  <a:schemeClr val="tx1"/>
                </a:solidFill>
                <a:latin typeface="Arial" charset="0"/>
              </a:defRPr>
            </a:lvl3pPr>
            <a:lvl4pPr marL="1600200" indent="-228600" eaLnBrk="0" hangingPunct="0">
              <a:defRPr sz="1600">
                <a:solidFill>
                  <a:schemeClr val="tx1"/>
                </a:solidFill>
                <a:latin typeface="Arial" charset="0"/>
              </a:defRPr>
            </a:lvl4pPr>
            <a:lvl5pPr marL="2057400" indent="-228600" eaLnBrk="0" hangingPunct="0">
              <a:defRPr sz="1600">
                <a:solidFill>
                  <a:schemeClr val="tx1"/>
                </a:solidFill>
                <a:latin typeface="Arial" charset="0"/>
              </a:defRPr>
            </a:lvl5pPr>
            <a:lvl6pPr marL="2514600" indent="-228600" eaLnBrk="0" fontAlgn="base" hangingPunct="0">
              <a:lnSpc>
                <a:spcPct val="110000"/>
              </a:lnSpc>
              <a:spcBef>
                <a:spcPct val="20000"/>
              </a:spcBef>
              <a:spcAft>
                <a:spcPct val="0"/>
              </a:spcAft>
              <a:buClr>
                <a:srgbClr val="3367CD"/>
              </a:buClr>
              <a:defRPr sz="1600">
                <a:solidFill>
                  <a:schemeClr val="tx1"/>
                </a:solidFill>
                <a:latin typeface="Arial" charset="0"/>
              </a:defRPr>
            </a:lvl6pPr>
            <a:lvl7pPr marL="2971800" indent="-228600" eaLnBrk="0" fontAlgn="base" hangingPunct="0">
              <a:lnSpc>
                <a:spcPct val="110000"/>
              </a:lnSpc>
              <a:spcBef>
                <a:spcPct val="20000"/>
              </a:spcBef>
              <a:spcAft>
                <a:spcPct val="0"/>
              </a:spcAft>
              <a:buClr>
                <a:srgbClr val="3367CD"/>
              </a:buClr>
              <a:defRPr sz="1600">
                <a:solidFill>
                  <a:schemeClr val="tx1"/>
                </a:solidFill>
                <a:latin typeface="Arial" charset="0"/>
              </a:defRPr>
            </a:lvl7pPr>
            <a:lvl8pPr marL="3429000" indent="-228600" eaLnBrk="0" fontAlgn="base" hangingPunct="0">
              <a:lnSpc>
                <a:spcPct val="110000"/>
              </a:lnSpc>
              <a:spcBef>
                <a:spcPct val="20000"/>
              </a:spcBef>
              <a:spcAft>
                <a:spcPct val="0"/>
              </a:spcAft>
              <a:buClr>
                <a:srgbClr val="3367CD"/>
              </a:buClr>
              <a:defRPr sz="1600">
                <a:solidFill>
                  <a:schemeClr val="tx1"/>
                </a:solidFill>
                <a:latin typeface="Arial" charset="0"/>
              </a:defRPr>
            </a:lvl8pPr>
            <a:lvl9pPr marL="3886200" indent="-228600" eaLnBrk="0" fontAlgn="base" hangingPunct="0">
              <a:lnSpc>
                <a:spcPct val="110000"/>
              </a:lnSpc>
              <a:spcBef>
                <a:spcPct val="20000"/>
              </a:spcBef>
              <a:spcAft>
                <a:spcPct val="0"/>
              </a:spcAft>
              <a:buClr>
                <a:srgbClr val="3367CD"/>
              </a:buClr>
              <a:defRPr sz="1600">
                <a:solidFill>
                  <a:schemeClr val="tx1"/>
                </a:solidFill>
                <a:latin typeface="Arial" charset="0"/>
              </a:defRPr>
            </a:lvl9pPr>
          </a:lstStyle>
          <a:p>
            <a:pPr fontAlgn="base">
              <a:spcBef>
                <a:spcPct val="0"/>
              </a:spcBef>
              <a:spcAft>
                <a:spcPct val="0"/>
              </a:spcAft>
              <a:buFontTx/>
              <a:buChar char="©"/>
              <a:defRPr/>
            </a:pPr>
            <a:r>
              <a:rPr lang="en-US" sz="700">
                <a:solidFill>
                  <a:srgbClr val="000000"/>
                </a:solidFill>
              </a:rPr>
              <a:t> 2016 Eaton. All Rights Reserved.</a:t>
            </a:r>
          </a:p>
        </p:txBody>
      </p:sp>
      <p:sp>
        <p:nvSpPr>
          <p:cNvPr id="5" name="Rectangle 10"/>
          <p:cNvSpPr>
            <a:spLocks noChangeArrowheads="1"/>
          </p:cNvSpPr>
          <p:nvPr/>
        </p:nvSpPr>
        <p:spPr bwMode="auto">
          <a:xfrm>
            <a:off x="381000" y="0"/>
            <a:ext cx="8763000" cy="3200400"/>
          </a:xfrm>
          <a:prstGeom prst="rect">
            <a:avLst/>
          </a:prstGeom>
          <a:noFill/>
          <a:ln w="3175" algn="ctr">
            <a:solidFill>
              <a:srgbClr val="B2B2B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fontAlgn="base">
              <a:lnSpc>
                <a:spcPct val="110000"/>
              </a:lnSpc>
              <a:spcBef>
                <a:spcPct val="20000"/>
              </a:spcBef>
              <a:spcAft>
                <a:spcPct val="0"/>
              </a:spcAft>
              <a:buClr>
                <a:srgbClr val="3367CD"/>
              </a:buClr>
            </a:pPr>
            <a:endParaRPr lang="en-US" sz="1600">
              <a:solidFill>
                <a:srgbClr val="000000"/>
              </a:solidFill>
            </a:endParaRPr>
          </a:p>
        </p:txBody>
      </p:sp>
      <p:pic>
        <p:nvPicPr>
          <p:cNvPr id="6" name="Picture 13" descr="Eaton - white background"/>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685800" y="5970588"/>
            <a:ext cx="1905000" cy="887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3" name="Rectangle 3"/>
          <p:cNvSpPr>
            <a:spLocks noGrp="1" noChangeArrowheads="1"/>
          </p:cNvSpPr>
          <p:nvPr>
            <p:ph type="ctrTitle"/>
          </p:nvPr>
        </p:nvSpPr>
        <p:spPr>
          <a:xfrm>
            <a:off x="838200" y="3200400"/>
            <a:ext cx="7924800" cy="1143000"/>
          </a:xfrm>
        </p:spPr>
        <p:txBody>
          <a:bodyPr anchor="ctr"/>
          <a:lstStyle>
            <a:lvl1pPr>
              <a:defRPr/>
            </a:lvl1pPr>
          </a:lstStyle>
          <a:p>
            <a:pPr lvl="0"/>
            <a:r>
              <a:rPr lang="en-US" noProof="0"/>
              <a:t>Click to edit Master title style</a:t>
            </a:r>
          </a:p>
        </p:txBody>
      </p:sp>
      <p:sp>
        <p:nvSpPr>
          <p:cNvPr id="5124" name="Rectangle 4"/>
          <p:cNvSpPr>
            <a:spLocks noGrp="1" noChangeArrowheads="1"/>
          </p:cNvSpPr>
          <p:nvPr>
            <p:ph type="subTitle" idx="1"/>
          </p:nvPr>
        </p:nvSpPr>
        <p:spPr>
          <a:xfrm>
            <a:off x="838200" y="4783138"/>
            <a:ext cx="6024563" cy="1027112"/>
          </a:xfrm>
        </p:spPr>
        <p:txBody>
          <a:bodyPr/>
          <a:lstStyle>
            <a:lvl1pPr marL="0" indent="0">
              <a:buFontTx/>
              <a:buNone/>
              <a:defRPr sz="1600">
                <a:solidFill>
                  <a:srgbClr val="0067C6"/>
                </a:solidFill>
              </a:defRPr>
            </a:lvl1pPr>
          </a:lstStyle>
          <a:p>
            <a:pPr lvl="0"/>
            <a:r>
              <a:rPr lang="en-US" noProof="0"/>
              <a:t>Click to edit Master subtitle style</a:t>
            </a:r>
          </a:p>
        </p:txBody>
      </p:sp>
    </p:spTree>
    <p:extLst>
      <p:ext uri="{BB962C8B-B14F-4D97-AF65-F5344CB8AC3E}">
        <p14:creationId xmlns:p14="http://schemas.microsoft.com/office/powerpoint/2010/main" val="878999168"/>
      </p:ext>
    </p:extLst>
  </p:cSld>
  <p:clrMapOvr>
    <a:masterClrMapping/>
  </p:clrMapOvr>
  <p:transition spd="med">
    <p:wipe dir="d"/>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19826408"/>
      </p:ext>
    </p:extLst>
  </p:cSld>
  <p:clrMapOvr>
    <a:masterClrMapping/>
  </p:clrMapOvr>
  <p:transition spd="med">
    <p:wipe dir="d"/>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9788" y="1552575"/>
            <a:ext cx="3884612" cy="46958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76800" y="1552575"/>
            <a:ext cx="3886200" cy="46958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69384744"/>
      </p:ext>
    </p:extLst>
  </p:cSld>
  <p:clrMapOvr>
    <a:masterClrMapping/>
  </p:clrMapOvr>
  <p:transition spd="med">
    <p:wipe dir="d"/>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0" indent="0">
              <a:buNone/>
              <a:defRPr/>
            </a:lvl1pPr>
          </a:lstStyle>
          <a:p>
            <a:pPr lvl="0"/>
            <a:endParaRPr lang="en-US"/>
          </a:p>
        </p:txBody>
      </p:sp>
    </p:spTree>
    <p:extLst>
      <p:ext uri="{BB962C8B-B14F-4D97-AF65-F5344CB8AC3E}">
        <p14:creationId xmlns:p14="http://schemas.microsoft.com/office/powerpoint/2010/main" val="4133867212"/>
      </p:ext>
    </p:extLst>
  </p:cSld>
  <p:clrMapOvr>
    <a:masterClrMapping/>
  </p:clrMapOvr>
  <p:transition spd="med">
    <p:wipe dir="d"/>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839788" y="1552575"/>
            <a:ext cx="4189412" cy="4695825"/>
          </a:xfrm>
        </p:spPr>
        <p:txBody>
          <a:bodyPr/>
          <a:lstStyle>
            <a:lvl1pPr marL="457200" indent="-457200">
              <a:buFont typeface="Arial" pitchFamily="34" charset="0"/>
              <a:buChar char="•"/>
              <a:defRPr/>
            </a:lvl1pPr>
          </a:lstStyle>
          <a:p>
            <a:pPr lvl="0"/>
            <a:endParaRPr lang="en-US"/>
          </a:p>
        </p:txBody>
      </p:sp>
      <p:sp>
        <p:nvSpPr>
          <p:cNvPr id="4" name="Content Placeholder 2"/>
          <p:cNvSpPr>
            <a:spLocks noGrp="1"/>
          </p:cNvSpPr>
          <p:nvPr>
            <p:ph idx="10"/>
          </p:nvPr>
        </p:nvSpPr>
        <p:spPr>
          <a:xfrm>
            <a:off x="5105400" y="1552575"/>
            <a:ext cx="3657600" cy="2362200"/>
          </a:xfrm>
        </p:spPr>
        <p:txBody>
          <a:bodyPr/>
          <a:lstStyle>
            <a:lvl1pPr marL="0" indent="0">
              <a:buNone/>
              <a:defRPr/>
            </a:lvl1pPr>
          </a:lstStyle>
          <a:p>
            <a:pPr lvl="0"/>
            <a:endParaRPr lang="en-US"/>
          </a:p>
        </p:txBody>
      </p:sp>
      <p:sp>
        <p:nvSpPr>
          <p:cNvPr id="5" name="Content Placeholder 2"/>
          <p:cNvSpPr>
            <a:spLocks noGrp="1"/>
          </p:cNvSpPr>
          <p:nvPr>
            <p:ph idx="11"/>
          </p:nvPr>
        </p:nvSpPr>
        <p:spPr>
          <a:xfrm>
            <a:off x="5105400" y="3962400"/>
            <a:ext cx="3657600" cy="2286000"/>
          </a:xfrm>
        </p:spPr>
        <p:txBody>
          <a:bodyPr/>
          <a:lstStyle>
            <a:lvl1pPr marL="0" indent="0">
              <a:buNone/>
              <a:defRPr/>
            </a:lvl1pPr>
          </a:lstStyle>
          <a:p>
            <a:pPr lvl="0"/>
            <a:endParaRPr lang="en-US"/>
          </a:p>
        </p:txBody>
      </p:sp>
    </p:spTree>
    <p:extLst>
      <p:ext uri="{BB962C8B-B14F-4D97-AF65-F5344CB8AC3E}">
        <p14:creationId xmlns:p14="http://schemas.microsoft.com/office/powerpoint/2010/main" val="1749772521"/>
      </p:ext>
    </p:extLst>
  </p:cSld>
  <p:clrMapOvr>
    <a:masterClrMapping/>
  </p:clrMapOvr>
  <p:transition spd="med">
    <p:wipe dir="d"/>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hart Placeholder 3"/>
          <p:cNvSpPr>
            <a:spLocks noGrp="1"/>
          </p:cNvSpPr>
          <p:nvPr>
            <p:ph type="chart" sz="quarter" idx="10"/>
          </p:nvPr>
        </p:nvSpPr>
        <p:spPr>
          <a:xfrm>
            <a:off x="838200" y="2286000"/>
            <a:ext cx="7924800" cy="3581400"/>
          </a:xfrm>
        </p:spPr>
        <p:txBody>
          <a:bodyPr/>
          <a:lstStyle/>
          <a:p>
            <a:pPr lvl="0"/>
            <a:endParaRPr lang="en-US" noProof="0"/>
          </a:p>
        </p:txBody>
      </p:sp>
      <p:sp>
        <p:nvSpPr>
          <p:cNvPr id="6" name="Text Placeholder 5"/>
          <p:cNvSpPr>
            <a:spLocks noGrp="1"/>
          </p:cNvSpPr>
          <p:nvPr>
            <p:ph type="body" sz="quarter" idx="11"/>
          </p:nvPr>
        </p:nvSpPr>
        <p:spPr>
          <a:xfrm>
            <a:off x="838200" y="1447800"/>
            <a:ext cx="7924800" cy="609600"/>
          </a:xfrm>
        </p:spPr>
        <p:txBody>
          <a:bodyPr/>
          <a:lstStyle>
            <a:lvl1pPr marL="0" indent="0">
              <a:buNone/>
              <a:defRPr sz="2400" b="1"/>
            </a:lvl1pPr>
            <a:lvl5pPr marL="1828800" indent="0">
              <a:buNone/>
              <a:defRPr/>
            </a:lvl5pPr>
          </a:lstStyle>
          <a:p>
            <a:pPr lvl="0"/>
            <a:r>
              <a:rPr lang="en-US"/>
              <a:t>Click to edit Master text styles</a:t>
            </a:r>
          </a:p>
        </p:txBody>
      </p:sp>
    </p:spTree>
    <p:extLst>
      <p:ext uri="{BB962C8B-B14F-4D97-AF65-F5344CB8AC3E}">
        <p14:creationId xmlns:p14="http://schemas.microsoft.com/office/powerpoint/2010/main" val="3318599649"/>
      </p:ext>
    </p:extLst>
  </p:cSld>
  <p:clrMapOvr>
    <a:masterClrMapping/>
  </p:clrMapOvr>
  <p:transition spd="med">
    <p:wipe dir="d"/>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048983"/>
      </p:ext>
    </p:extLst>
  </p:cSld>
  <p:clrMapOvr>
    <a:masterClrMapping/>
  </p:clrMapOvr>
  <p:transition spd="med">
    <p:wipe dir="d"/>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4747126"/>
      </p:ext>
    </p:extLst>
  </p:cSld>
  <p:clrMapOvr>
    <a:masterClrMapping/>
  </p:clrMapOvr>
  <p:transition spd="med">
    <p:wipe dir="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10" Type="http://schemas.openxmlformats.org/officeDocument/2006/relationships/image" Target="../media/image4.png"/><Relationship Id="rId4" Type="http://schemas.openxmlformats.org/officeDocument/2006/relationships/slideLayout" Target="../slideLayouts/slideLayout15.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body" idx="1"/>
          </p:nvPr>
        </p:nvSpPr>
        <p:spPr bwMode="auto">
          <a:xfrm>
            <a:off x="839788" y="1552575"/>
            <a:ext cx="7923212" cy="4695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rm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1027" name="Line 3"/>
          <p:cNvSpPr>
            <a:spLocks noChangeShapeType="1"/>
          </p:cNvSpPr>
          <p:nvPr/>
        </p:nvSpPr>
        <p:spPr bwMode="auto">
          <a:xfrm>
            <a:off x="0" y="1133475"/>
            <a:ext cx="9144000" cy="0"/>
          </a:xfrm>
          <a:prstGeom prst="line">
            <a:avLst/>
          </a:prstGeom>
          <a:noFill/>
          <a:ln w="19050">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lnSpc>
                <a:spcPct val="110000"/>
              </a:lnSpc>
              <a:spcBef>
                <a:spcPct val="20000"/>
              </a:spcBef>
              <a:spcAft>
                <a:spcPct val="0"/>
              </a:spcAft>
              <a:buClr>
                <a:srgbClr val="3367CD"/>
              </a:buClr>
            </a:pPr>
            <a:endParaRPr lang="en-US" sz="1600">
              <a:solidFill>
                <a:srgbClr val="000000"/>
              </a:solidFill>
            </a:endParaRPr>
          </a:p>
        </p:txBody>
      </p:sp>
      <p:sp>
        <p:nvSpPr>
          <p:cNvPr id="1028" name="Rectangle 4"/>
          <p:cNvSpPr>
            <a:spLocks noGrp="1" noChangeArrowheads="1"/>
          </p:cNvSpPr>
          <p:nvPr>
            <p:ph type="title"/>
          </p:nvPr>
        </p:nvSpPr>
        <p:spPr bwMode="auto">
          <a:xfrm>
            <a:off x="838200" y="0"/>
            <a:ext cx="7924800" cy="1096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t>title</a:t>
            </a:r>
          </a:p>
        </p:txBody>
      </p:sp>
      <p:sp>
        <p:nvSpPr>
          <p:cNvPr id="1029" name="Rectangle 35"/>
          <p:cNvSpPr>
            <a:spLocks noChangeArrowheads="1"/>
          </p:cNvSpPr>
          <p:nvPr/>
        </p:nvSpPr>
        <p:spPr bwMode="auto">
          <a:xfrm>
            <a:off x="6705600" y="6553200"/>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fld id="{43DBA627-09D6-4F6C-921A-2B5A1E4AADE1}" type="slidenum">
              <a:rPr lang="en-US" sz="900">
                <a:solidFill>
                  <a:srgbClr val="0C86F4"/>
                </a:solidFill>
              </a:rPr>
              <a:pPr algn="r" fontAlgn="base">
                <a:spcBef>
                  <a:spcPct val="0"/>
                </a:spcBef>
                <a:spcAft>
                  <a:spcPct val="0"/>
                </a:spcAft>
              </a:pPr>
              <a:t>‹#›</a:t>
            </a:fld>
            <a:endParaRPr lang="en-US" sz="900">
              <a:solidFill>
                <a:srgbClr val="0C86F4"/>
              </a:solidFill>
            </a:endParaRPr>
          </a:p>
        </p:txBody>
      </p:sp>
      <p:sp>
        <p:nvSpPr>
          <p:cNvPr id="1030" name="Text Box 36"/>
          <p:cNvSpPr txBox="1">
            <a:spLocks noChangeArrowheads="1"/>
          </p:cNvSpPr>
          <p:nvPr/>
        </p:nvSpPr>
        <p:spPr bwMode="auto">
          <a:xfrm>
            <a:off x="3657600" y="6538913"/>
            <a:ext cx="1622560" cy="200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defRPr>
            </a:lvl1pPr>
            <a:lvl2pPr marL="742950" indent="-285750" eaLnBrk="0" hangingPunct="0">
              <a:defRPr sz="1600">
                <a:solidFill>
                  <a:schemeClr val="tx1"/>
                </a:solidFill>
                <a:latin typeface="Arial" charset="0"/>
              </a:defRPr>
            </a:lvl2pPr>
            <a:lvl3pPr marL="1143000" indent="-228600" eaLnBrk="0" hangingPunct="0">
              <a:defRPr sz="1600">
                <a:solidFill>
                  <a:schemeClr val="tx1"/>
                </a:solidFill>
                <a:latin typeface="Arial" charset="0"/>
              </a:defRPr>
            </a:lvl3pPr>
            <a:lvl4pPr marL="1600200" indent="-228600" eaLnBrk="0" hangingPunct="0">
              <a:defRPr sz="1600">
                <a:solidFill>
                  <a:schemeClr val="tx1"/>
                </a:solidFill>
                <a:latin typeface="Arial" charset="0"/>
              </a:defRPr>
            </a:lvl4pPr>
            <a:lvl5pPr marL="2057400" indent="-228600" eaLnBrk="0" hangingPunct="0">
              <a:defRPr sz="1600">
                <a:solidFill>
                  <a:schemeClr val="tx1"/>
                </a:solidFill>
                <a:latin typeface="Arial" charset="0"/>
              </a:defRPr>
            </a:lvl5pPr>
            <a:lvl6pPr marL="2514600" indent="-228600" eaLnBrk="0" fontAlgn="base" hangingPunct="0">
              <a:lnSpc>
                <a:spcPct val="110000"/>
              </a:lnSpc>
              <a:spcBef>
                <a:spcPct val="20000"/>
              </a:spcBef>
              <a:spcAft>
                <a:spcPct val="0"/>
              </a:spcAft>
              <a:buClr>
                <a:srgbClr val="3367CD"/>
              </a:buClr>
              <a:defRPr sz="1600">
                <a:solidFill>
                  <a:schemeClr val="tx1"/>
                </a:solidFill>
                <a:latin typeface="Arial" charset="0"/>
              </a:defRPr>
            </a:lvl6pPr>
            <a:lvl7pPr marL="2971800" indent="-228600" eaLnBrk="0" fontAlgn="base" hangingPunct="0">
              <a:lnSpc>
                <a:spcPct val="110000"/>
              </a:lnSpc>
              <a:spcBef>
                <a:spcPct val="20000"/>
              </a:spcBef>
              <a:spcAft>
                <a:spcPct val="0"/>
              </a:spcAft>
              <a:buClr>
                <a:srgbClr val="3367CD"/>
              </a:buClr>
              <a:defRPr sz="1600">
                <a:solidFill>
                  <a:schemeClr val="tx1"/>
                </a:solidFill>
                <a:latin typeface="Arial" charset="0"/>
              </a:defRPr>
            </a:lvl7pPr>
            <a:lvl8pPr marL="3429000" indent="-228600" eaLnBrk="0" fontAlgn="base" hangingPunct="0">
              <a:lnSpc>
                <a:spcPct val="110000"/>
              </a:lnSpc>
              <a:spcBef>
                <a:spcPct val="20000"/>
              </a:spcBef>
              <a:spcAft>
                <a:spcPct val="0"/>
              </a:spcAft>
              <a:buClr>
                <a:srgbClr val="3367CD"/>
              </a:buClr>
              <a:defRPr sz="1600">
                <a:solidFill>
                  <a:schemeClr val="tx1"/>
                </a:solidFill>
                <a:latin typeface="Arial" charset="0"/>
              </a:defRPr>
            </a:lvl8pPr>
            <a:lvl9pPr marL="3886200" indent="-228600" eaLnBrk="0" fontAlgn="base" hangingPunct="0">
              <a:lnSpc>
                <a:spcPct val="110000"/>
              </a:lnSpc>
              <a:spcBef>
                <a:spcPct val="20000"/>
              </a:spcBef>
              <a:spcAft>
                <a:spcPct val="0"/>
              </a:spcAft>
              <a:buClr>
                <a:srgbClr val="3367CD"/>
              </a:buClr>
              <a:defRPr sz="1600">
                <a:solidFill>
                  <a:schemeClr val="tx1"/>
                </a:solidFill>
                <a:latin typeface="Arial" charset="0"/>
              </a:defRPr>
            </a:lvl9pPr>
          </a:lstStyle>
          <a:p>
            <a:pPr fontAlgn="base">
              <a:spcBef>
                <a:spcPct val="0"/>
              </a:spcBef>
              <a:spcAft>
                <a:spcPct val="0"/>
              </a:spcAft>
              <a:buFontTx/>
              <a:buChar char="©"/>
              <a:defRPr/>
            </a:pPr>
            <a:r>
              <a:rPr lang="en-US" sz="700">
                <a:solidFill>
                  <a:srgbClr val="000000"/>
                </a:solidFill>
              </a:rPr>
              <a:t> 2015 Eaton. All Rights Reserved.</a:t>
            </a:r>
            <a:r>
              <a:rPr lang="en-US" sz="700">
                <a:solidFill>
                  <a:srgbClr val="FFFFFF"/>
                </a:solidFill>
              </a:rPr>
              <a:t>.</a:t>
            </a:r>
          </a:p>
        </p:txBody>
      </p:sp>
      <p:pic>
        <p:nvPicPr>
          <p:cNvPr id="1031" name="Picture 39" descr="Eaton - white background"/>
          <p:cNvPicPr>
            <a:picLocks noChangeAspect="1" noChangeArrowheads="1"/>
          </p:cNvPicPr>
          <p:nvPr/>
        </p:nvPicPr>
        <p:blipFill>
          <a:blip r:embed="rId13">
            <a:extLst>
              <a:ext uri="{28A0092B-C50C-407E-A947-70E740481C1C}">
                <a14:useLocalDpi xmlns:a14="http://schemas.microsoft.com/office/drawing/2010/main" val="0"/>
              </a:ext>
            </a:extLst>
          </a:blip>
          <a:srcRect b="2786"/>
          <a:stretch>
            <a:fillRect/>
          </a:stretch>
        </p:blipFill>
        <p:spPr bwMode="auto">
          <a:xfrm>
            <a:off x="762000" y="6305550"/>
            <a:ext cx="1219200"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73578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spd="med">
    <p:wipe dir="d"/>
  </p:transition>
  <p:txStyles>
    <p:titleStyle>
      <a:lvl1pPr algn="l" rtl="0" eaLnBrk="0" fontAlgn="base" hangingPunct="0">
        <a:lnSpc>
          <a:spcPct val="90000"/>
        </a:lnSpc>
        <a:spcBef>
          <a:spcPct val="0"/>
        </a:spcBef>
        <a:spcAft>
          <a:spcPct val="0"/>
        </a:spcAft>
        <a:defRPr sz="3200">
          <a:solidFill>
            <a:srgbClr val="0067C6"/>
          </a:solidFill>
          <a:latin typeface="+mj-lt"/>
          <a:ea typeface="+mj-ea"/>
          <a:cs typeface="+mj-cs"/>
        </a:defRPr>
      </a:lvl1pPr>
      <a:lvl2pPr algn="l" rtl="0" eaLnBrk="0" fontAlgn="base" hangingPunct="0">
        <a:lnSpc>
          <a:spcPct val="90000"/>
        </a:lnSpc>
        <a:spcBef>
          <a:spcPct val="0"/>
        </a:spcBef>
        <a:spcAft>
          <a:spcPct val="0"/>
        </a:spcAft>
        <a:defRPr sz="3200">
          <a:solidFill>
            <a:srgbClr val="0067C6"/>
          </a:solidFill>
          <a:latin typeface="Arial" charset="0"/>
        </a:defRPr>
      </a:lvl2pPr>
      <a:lvl3pPr algn="l" rtl="0" eaLnBrk="0" fontAlgn="base" hangingPunct="0">
        <a:lnSpc>
          <a:spcPct val="90000"/>
        </a:lnSpc>
        <a:spcBef>
          <a:spcPct val="0"/>
        </a:spcBef>
        <a:spcAft>
          <a:spcPct val="0"/>
        </a:spcAft>
        <a:defRPr sz="3200">
          <a:solidFill>
            <a:srgbClr val="0067C6"/>
          </a:solidFill>
          <a:latin typeface="Arial" charset="0"/>
        </a:defRPr>
      </a:lvl3pPr>
      <a:lvl4pPr algn="l" rtl="0" eaLnBrk="0" fontAlgn="base" hangingPunct="0">
        <a:lnSpc>
          <a:spcPct val="90000"/>
        </a:lnSpc>
        <a:spcBef>
          <a:spcPct val="0"/>
        </a:spcBef>
        <a:spcAft>
          <a:spcPct val="0"/>
        </a:spcAft>
        <a:defRPr sz="3200">
          <a:solidFill>
            <a:srgbClr val="0067C6"/>
          </a:solidFill>
          <a:latin typeface="Arial" charset="0"/>
        </a:defRPr>
      </a:lvl4pPr>
      <a:lvl5pPr algn="l" rtl="0" eaLnBrk="0" fontAlgn="base" hangingPunct="0">
        <a:lnSpc>
          <a:spcPct val="90000"/>
        </a:lnSpc>
        <a:spcBef>
          <a:spcPct val="0"/>
        </a:spcBef>
        <a:spcAft>
          <a:spcPct val="0"/>
        </a:spcAft>
        <a:defRPr sz="3200">
          <a:solidFill>
            <a:srgbClr val="0067C6"/>
          </a:solidFill>
          <a:latin typeface="Arial" charset="0"/>
        </a:defRPr>
      </a:lvl5pPr>
      <a:lvl6pPr marL="457200" algn="l" rtl="0" fontAlgn="base">
        <a:lnSpc>
          <a:spcPct val="90000"/>
        </a:lnSpc>
        <a:spcBef>
          <a:spcPct val="0"/>
        </a:spcBef>
        <a:spcAft>
          <a:spcPct val="0"/>
        </a:spcAft>
        <a:defRPr sz="3200">
          <a:solidFill>
            <a:srgbClr val="0067C6"/>
          </a:solidFill>
          <a:latin typeface="Arial" charset="0"/>
        </a:defRPr>
      </a:lvl6pPr>
      <a:lvl7pPr marL="914400" algn="l" rtl="0" fontAlgn="base">
        <a:lnSpc>
          <a:spcPct val="90000"/>
        </a:lnSpc>
        <a:spcBef>
          <a:spcPct val="0"/>
        </a:spcBef>
        <a:spcAft>
          <a:spcPct val="0"/>
        </a:spcAft>
        <a:defRPr sz="3200">
          <a:solidFill>
            <a:srgbClr val="0067C6"/>
          </a:solidFill>
          <a:latin typeface="Arial" charset="0"/>
        </a:defRPr>
      </a:lvl7pPr>
      <a:lvl8pPr marL="1371600" algn="l" rtl="0" fontAlgn="base">
        <a:lnSpc>
          <a:spcPct val="90000"/>
        </a:lnSpc>
        <a:spcBef>
          <a:spcPct val="0"/>
        </a:spcBef>
        <a:spcAft>
          <a:spcPct val="0"/>
        </a:spcAft>
        <a:defRPr sz="3200">
          <a:solidFill>
            <a:srgbClr val="0067C6"/>
          </a:solidFill>
          <a:latin typeface="Arial" charset="0"/>
        </a:defRPr>
      </a:lvl8pPr>
      <a:lvl9pPr marL="1828800" algn="l" rtl="0" fontAlgn="base">
        <a:lnSpc>
          <a:spcPct val="90000"/>
        </a:lnSpc>
        <a:spcBef>
          <a:spcPct val="0"/>
        </a:spcBef>
        <a:spcAft>
          <a:spcPct val="0"/>
        </a:spcAft>
        <a:defRPr sz="3200">
          <a:solidFill>
            <a:srgbClr val="0067C6"/>
          </a:solidFill>
          <a:latin typeface="Arial" charset="0"/>
        </a:defRPr>
      </a:lvl9pPr>
    </p:titleStyle>
    <p:bodyStyle>
      <a:lvl1pPr marL="342900" indent="-342900" algn="l" rtl="0" eaLnBrk="0" fontAlgn="base" hangingPunct="0">
        <a:lnSpc>
          <a:spcPct val="110000"/>
        </a:lnSpc>
        <a:spcBef>
          <a:spcPts val="1200"/>
        </a:spcBef>
        <a:spcAft>
          <a:spcPct val="0"/>
        </a:spcAft>
        <a:buClr>
          <a:srgbClr val="0067C6"/>
        </a:buClr>
        <a:buChar char="•"/>
        <a:defRPr sz="2800">
          <a:solidFill>
            <a:srgbClr val="292929"/>
          </a:solidFill>
          <a:latin typeface="+mn-lt"/>
          <a:ea typeface="+mn-ea"/>
          <a:cs typeface="+mn-cs"/>
        </a:defRPr>
      </a:lvl1pPr>
      <a:lvl2pPr marL="742950" indent="-285750" algn="l" rtl="0" eaLnBrk="0" fontAlgn="base" hangingPunct="0">
        <a:lnSpc>
          <a:spcPct val="110000"/>
        </a:lnSpc>
        <a:spcBef>
          <a:spcPts val="1200"/>
        </a:spcBef>
        <a:spcAft>
          <a:spcPct val="0"/>
        </a:spcAft>
        <a:buClr>
          <a:srgbClr val="0067C6"/>
        </a:buClr>
        <a:buChar char="•"/>
        <a:defRPr sz="2400">
          <a:solidFill>
            <a:srgbClr val="292929"/>
          </a:solidFill>
          <a:latin typeface="+mn-lt"/>
        </a:defRPr>
      </a:lvl2pPr>
      <a:lvl3pPr marL="1143000" indent="-228600" algn="l" rtl="0" eaLnBrk="0" fontAlgn="base" hangingPunct="0">
        <a:lnSpc>
          <a:spcPct val="110000"/>
        </a:lnSpc>
        <a:spcBef>
          <a:spcPts val="1200"/>
        </a:spcBef>
        <a:spcAft>
          <a:spcPct val="0"/>
        </a:spcAft>
        <a:buClr>
          <a:srgbClr val="0067C6"/>
        </a:buClr>
        <a:buChar char="•"/>
        <a:defRPr sz="2000">
          <a:solidFill>
            <a:srgbClr val="292929"/>
          </a:solidFill>
          <a:latin typeface="+mn-lt"/>
        </a:defRPr>
      </a:lvl3pPr>
      <a:lvl4pPr marL="1600200" indent="-228600" algn="l" rtl="0" eaLnBrk="0" fontAlgn="base" hangingPunct="0">
        <a:spcBef>
          <a:spcPts val="1200"/>
        </a:spcBef>
        <a:spcAft>
          <a:spcPct val="0"/>
        </a:spcAft>
        <a:buClr>
          <a:srgbClr val="0067C6"/>
        </a:buClr>
        <a:buChar char="•"/>
        <a:defRPr sz="2000">
          <a:solidFill>
            <a:srgbClr val="292929"/>
          </a:solidFill>
          <a:latin typeface="+mn-lt"/>
        </a:defRPr>
      </a:lvl4pPr>
      <a:lvl5pPr marL="2057400" indent="-228600" algn="l" rtl="0" eaLnBrk="0" fontAlgn="base" hangingPunct="0">
        <a:spcBef>
          <a:spcPct val="20000"/>
        </a:spcBef>
        <a:spcAft>
          <a:spcPct val="0"/>
        </a:spcAft>
        <a:buClr>
          <a:srgbClr val="FFFF00"/>
        </a:buClr>
        <a:buSzPct val="65000"/>
        <a:buFont typeface="Monotype Sorts" pitchFamily="2" charset="2"/>
        <a:buChar char="l"/>
        <a:defRPr sz="2000">
          <a:solidFill>
            <a:schemeClr val="bg1"/>
          </a:solidFill>
          <a:latin typeface="+mn-lt"/>
        </a:defRPr>
      </a:lvl5pPr>
      <a:lvl6pPr marL="2514600" indent="-228600" algn="l" rtl="0" fontAlgn="base">
        <a:spcBef>
          <a:spcPct val="20000"/>
        </a:spcBef>
        <a:spcAft>
          <a:spcPct val="0"/>
        </a:spcAft>
        <a:buClr>
          <a:srgbClr val="FFFF00"/>
        </a:buClr>
        <a:buSzPct val="65000"/>
        <a:buFont typeface="Monotype Sorts" pitchFamily="2" charset="2"/>
        <a:buChar char="l"/>
        <a:defRPr sz="2000">
          <a:solidFill>
            <a:schemeClr val="bg1"/>
          </a:solidFill>
          <a:latin typeface="+mn-lt"/>
        </a:defRPr>
      </a:lvl6pPr>
      <a:lvl7pPr marL="2971800" indent="-228600" algn="l" rtl="0" fontAlgn="base">
        <a:spcBef>
          <a:spcPct val="20000"/>
        </a:spcBef>
        <a:spcAft>
          <a:spcPct val="0"/>
        </a:spcAft>
        <a:buClr>
          <a:srgbClr val="FFFF00"/>
        </a:buClr>
        <a:buSzPct val="65000"/>
        <a:buFont typeface="Monotype Sorts" pitchFamily="2" charset="2"/>
        <a:buChar char="l"/>
        <a:defRPr sz="2000">
          <a:solidFill>
            <a:schemeClr val="bg1"/>
          </a:solidFill>
          <a:latin typeface="+mn-lt"/>
        </a:defRPr>
      </a:lvl7pPr>
      <a:lvl8pPr marL="3429000" indent="-228600" algn="l" rtl="0" fontAlgn="base">
        <a:spcBef>
          <a:spcPct val="20000"/>
        </a:spcBef>
        <a:spcAft>
          <a:spcPct val="0"/>
        </a:spcAft>
        <a:buClr>
          <a:srgbClr val="FFFF00"/>
        </a:buClr>
        <a:buSzPct val="65000"/>
        <a:buFont typeface="Monotype Sorts" pitchFamily="2" charset="2"/>
        <a:buChar char="l"/>
        <a:defRPr sz="2000">
          <a:solidFill>
            <a:schemeClr val="bg1"/>
          </a:solidFill>
          <a:latin typeface="+mn-lt"/>
        </a:defRPr>
      </a:lvl8pPr>
      <a:lvl9pPr marL="3886200" indent="-228600" algn="l" rtl="0" fontAlgn="base">
        <a:spcBef>
          <a:spcPct val="20000"/>
        </a:spcBef>
        <a:spcAft>
          <a:spcPct val="0"/>
        </a:spcAft>
        <a:buClr>
          <a:srgbClr val="FFFF00"/>
        </a:buClr>
        <a:buSzPct val="65000"/>
        <a:buFont typeface="Monotype Sorts" pitchFamily="2" charset="2"/>
        <a:buChar char="l"/>
        <a:defRPr sz="20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body" idx="1"/>
          </p:nvPr>
        </p:nvSpPr>
        <p:spPr bwMode="auto">
          <a:xfrm>
            <a:off x="839788" y="1552575"/>
            <a:ext cx="7923212" cy="4695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1027" name="Line 3"/>
          <p:cNvSpPr>
            <a:spLocks noChangeShapeType="1"/>
          </p:cNvSpPr>
          <p:nvPr/>
        </p:nvSpPr>
        <p:spPr bwMode="auto">
          <a:xfrm>
            <a:off x="0" y="1133475"/>
            <a:ext cx="9144000" cy="0"/>
          </a:xfrm>
          <a:prstGeom prst="line">
            <a:avLst/>
          </a:prstGeom>
          <a:noFill/>
          <a:ln w="19050">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lnSpc>
                <a:spcPct val="110000"/>
              </a:lnSpc>
              <a:spcBef>
                <a:spcPct val="20000"/>
              </a:spcBef>
              <a:spcAft>
                <a:spcPct val="0"/>
              </a:spcAft>
              <a:buClr>
                <a:srgbClr val="3367CD"/>
              </a:buClr>
            </a:pPr>
            <a:endParaRPr lang="en-US" sz="1600">
              <a:solidFill>
                <a:srgbClr val="000000"/>
              </a:solidFill>
            </a:endParaRPr>
          </a:p>
        </p:txBody>
      </p:sp>
      <p:sp>
        <p:nvSpPr>
          <p:cNvPr id="1028" name="Rectangle 4"/>
          <p:cNvSpPr>
            <a:spLocks noGrp="1" noChangeArrowheads="1"/>
          </p:cNvSpPr>
          <p:nvPr>
            <p:ph type="title"/>
          </p:nvPr>
        </p:nvSpPr>
        <p:spPr bwMode="auto">
          <a:xfrm>
            <a:off x="838200" y="0"/>
            <a:ext cx="7924800" cy="1096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t>title</a:t>
            </a:r>
          </a:p>
        </p:txBody>
      </p:sp>
      <p:sp>
        <p:nvSpPr>
          <p:cNvPr id="1029" name="Rectangle 35"/>
          <p:cNvSpPr>
            <a:spLocks noChangeArrowheads="1"/>
          </p:cNvSpPr>
          <p:nvPr/>
        </p:nvSpPr>
        <p:spPr bwMode="auto">
          <a:xfrm>
            <a:off x="6705600" y="6553200"/>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fld id="{D6D2804A-0600-4C94-ABA4-7D2E301415BE}" type="slidenum">
              <a:rPr lang="en-US" sz="900">
                <a:solidFill>
                  <a:srgbClr val="0C86F4"/>
                </a:solidFill>
              </a:rPr>
              <a:pPr algn="r" fontAlgn="base">
                <a:spcBef>
                  <a:spcPct val="0"/>
                </a:spcBef>
                <a:spcAft>
                  <a:spcPct val="0"/>
                </a:spcAft>
              </a:pPr>
              <a:t>‹#›</a:t>
            </a:fld>
            <a:endParaRPr lang="en-US" sz="900">
              <a:solidFill>
                <a:srgbClr val="0C86F4"/>
              </a:solidFill>
            </a:endParaRPr>
          </a:p>
        </p:txBody>
      </p:sp>
      <p:sp>
        <p:nvSpPr>
          <p:cNvPr id="1030" name="Text Box 36"/>
          <p:cNvSpPr txBox="1">
            <a:spLocks noChangeArrowheads="1"/>
          </p:cNvSpPr>
          <p:nvPr userDrawn="1"/>
        </p:nvSpPr>
        <p:spPr bwMode="auto">
          <a:xfrm>
            <a:off x="3657600" y="6538913"/>
            <a:ext cx="1596912" cy="200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Arial" charset="0"/>
              </a:defRPr>
            </a:lvl1pPr>
            <a:lvl2pPr marL="742950" indent="-285750" eaLnBrk="0" hangingPunct="0">
              <a:defRPr sz="1600">
                <a:solidFill>
                  <a:schemeClr val="tx1"/>
                </a:solidFill>
                <a:latin typeface="Arial" charset="0"/>
              </a:defRPr>
            </a:lvl2pPr>
            <a:lvl3pPr marL="1143000" indent="-228600" eaLnBrk="0" hangingPunct="0">
              <a:defRPr sz="1600">
                <a:solidFill>
                  <a:schemeClr val="tx1"/>
                </a:solidFill>
                <a:latin typeface="Arial" charset="0"/>
              </a:defRPr>
            </a:lvl3pPr>
            <a:lvl4pPr marL="1600200" indent="-228600" eaLnBrk="0" hangingPunct="0">
              <a:defRPr sz="1600">
                <a:solidFill>
                  <a:schemeClr val="tx1"/>
                </a:solidFill>
                <a:latin typeface="Arial" charset="0"/>
              </a:defRPr>
            </a:lvl4pPr>
            <a:lvl5pPr marL="2057400" indent="-228600" eaLnBrk="0" hangingPunct="0">
              <a:defRPr sz="1600">
                <a:solidFill>
                  <a:schemeClr val="tx1"/>
                </a:solidFill>
                <a:latin typeface="Arial" charset="0"/>
              </a:defRPr>
            </a:lvl5pPr>
            <a:lvl6pPr marL="2514600" indent="-228600" eaLnBrk="0" fontAlgn="base" hangingPunct="0">
              <a:lnSpc>
                <a:spcPct val="110000"/>
              </a:lnSpc>
              <a:spcBef>
                <a:spcPct val="20000"/>
              </a:spcBef>
              <a:spcAft>
                <a:spcPct val="0"/>
              </a:spcAft>
              <a:buClr>
                <a:srgbClr val="3367CD"/>
              </a:buClr>
              <a:defRPr sz="1600">
                <a:solidFill>
                  <a:schemeClr val="tx1"/>
                </a:solidFill>
                <a:latin typeface="Arial" charset="0"/>
              </a:defRPr>
            </a:lvl6pPr>
            <a:lvl7pPr marL="2971800" indent="-228600" eaLnBrk="0" fontAlgn="base" hangingPunct="0">
              <a:lnSpc>
                <a:spcPct val="110000"/>
              </a:lnSpc>
              <a:spcBef>
                <a:spcPct val="20000"/>
              </a:spcBef>
              <a:spcAft>
                <a:spcPct val="0"/>
              </a:spcAft>
              <a:buClr>
                <a:srgbClr val="3367CD"/>
              </a:buClr>
              <a:defRPr sz="1600">
                <a:solidFill>
                  <a:schemeClr val="tx1"/>
                </a:solidFill>
                <a:latin typeface="Arial" charset="0"/>
              </a:defRPr>
            </a:lvl7pPr>
            <a:lvl8pPr marL="3429000" indent="-228600" eaLnBrk="0" fontAlgn="base" hangingPunct="0">
              <a:lnSpc>
                <a:spcPct val="110000"/>
              </a:lnSpc>
              <a:spcBef>
                <a:spcPct val="20000"/>
              </a:spcBef>
              <a:spcAft>
                <a:spcPct val="0"/>
              </a:spcAft>
              <a:buClr>
                <a:srgbClr val="3367CD"/>
              </a:buClr>
              <a:defRPr sz="1600">
                <a:solidFill>
                  <a:schemeClr val="tx1"/>
                </a:solidFill>
                <a:latin typeface="Arial" charset="0"/>
              </a:defRPr>
            </a:lvl8pPr>
            <a:lvl9pPr marL="3886200" indent="-228600" eaLnBrk="0" fontAlgn="base" hangingPunct="0">
              <a:lnSpc>
                <a:spcPct val="110000"/>
              </a:lnSpc>
              <a:spcBef>
                <a:spcPct val="20000"/>
              </a:spcBef>
              <a:spcAft>
                <a:spcPct val="0"/>
              </a:spcAft>
              <a:buClr>
                <a:srgbClr val="3367CD"/>
              </a:buClr>
              <a:defRPr sz="1600">
                <a:solidFill>
                  <a:schemeClr val="tx1"/>
                </a:solidFill>
                <a:latin typeface="Arial" charset="0"/>
              </a:defRPr>
            </a:lvl9pPr>
          </a:lstStyle>
          <a:p>
            <a:pPr fontAlgn="base">
              <a:spcBef>
                <a:spcPct val="0"/>
              </a:spcBef>
              <a:spcAft>
                <a:spcPct val="0"/>
              </a:spcAft>
              <a:buFontTx/>
              <a:buChar char="©"/>
              <a:defRPr/>
            </a:pPr>
            <a:r>
              <a:rPr lang="en-US" sz="700">
                <a:solidFill>
                  <a:srgbClr val="000000"/>
                </a:solidFill>
              </a:rPr>
              <a:t> 2016 Eaton. All Rights Reserved.</a:t>
            </a:r>
          </a:p>
        </p:txBody>
      </p:sp>
      <p:pic>
        <p:nvPicPr>
          <p:cNvPr id="1031" name="Picture 39" descr="Eaton - white background"/>
          <p:cNvPicPr>
            <a:picLocks noChangeAspect="1" noChangeArrowheads="1"/>
          </p:cNvPicPr>
          <p:nvPr userDrawn="1"/>
        </p:nvPicPr>
        <p:blipFill>
          <a:blip r:embed="rId10" cstate="email">
            <a:extLst>
              <a:ext uri="{28A0092B-C50C-407E-A947-70E740481C1C}">
                <a14:useLocalDpi xmlns:a14="http://schemas.microsoft.com/office/drawing/2010/main"/>
              </a:ext>
            </a:extLst>
          </a:blip>
          <a:srcRect/>
          <a:stretch>
            <a:fillRect/>
          </a:stretch>
        </p:blipFill>
        <p:spPr bwMode="auto">
          <a:xfrm>
            <a:off x="762000" y="6305550"/>
            <a:ext cx="1219200"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2354923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Lst>
  <p:transition spd="med">
    <p:wipe dir="d"/>
  </p:transition>
  <p:txStyles>
    <p:titleStyle>
      <a:lvl1pPr algn="l" rtl="0" eaLnBrk="0" fontAlgn="base" hangingPunct="0">
        <a:lnSpc>
          <a:spcPct val="90000"/>
        </a:lnSpc>
        <a:spcBef>
          <a:spcPct val="0"/>
        </a:spcBef>
        <a:spcAft>
          <a:spcPct val="0"/>
        </a:spcAft>
        <a:defRPr sz="3200">
          <a:solidFill>
            <a:srgbClr val="0067C6"/>
          </a:solidFill>
          <a:latin typeface="+mj-lt"/>
          <a:ea typeface="+mj-ea"/>
          <a:cs typeface="+mj-cs"/>
        </a:defRPr>
      </a:lvl1pPr>
      <a:lvl2pPr algn="l" rtl="0" eaLnBrk="0" fontAlgn="base" hangingPunct="0">
        <a:lnSpc>
          <a:spcPct val="90000"/>
        </a:lnSpc>
        <a:spcBef>
          <a:spcPct val="0"/>
        </a:spcBef>
        <a:spcAft>
          <a:spcPct val="0"/>
        </a:spcAft>
        <a:defRPr sz="3200">
          <a:solidFill>
            <a:srgbClr val="0067C6"/>
          </a:solidFill>
          <a:latin typeface="Arial" charset="0"/>
        </a:defRPr>
      </a:lvl2pPr>
      <a:lvl3pPr algn="l" rtl="0" eaLnBrk="0" fontAlgn="base" hangingPunct="0">
        <a:lnSpc>
          <a:spcPct val="90000"/>
        </a:lnSpc>
        <a:spcBef>
          <a:spcPct val="0"/>
        </a:spcBef>
        <a:spcAft>
          <a:spcPct val="0"/>
        </a:spcAft>
        <a:defRPr sz="3200">
          <a:solidFill>
            <a:srgbClr val="0067C6"/>
          </a:solidFill>
          <a:latin typeface="Arial" charset="0"/>
        </a:defRPr>
      </a:lvl3pPr>
      <a:lvl4pPr algn="l" rtl="0" eaLnBrk="0" fontAlgn="base" hangingPunct="0">
        <a:lnSpc>
          <a:spcPct val="90000"/>
        </a:lnSpc>
        <a:spcBef>
          <a:spcPct val="0"/>
        </a:spcBef>
        <a:spcAft>
          <a:spcPct val="0"/>
        </a:spcAft>
        <a:defRPr sz="3200">
          <a:solidFill>
            <a:srgbClr val="0067C6"/>
          </a:solidFill>
          <a:latin typeface="Arial" charset="0"/>
        </a:defRPr>
      </a:lvl4pPr>
      <a:lvl5pPr algn="l" rtl="0" eaLnBrk="0" fontAlgn="base" hangingPunct="0">
        <a:lnSpc>
          <a:spcPct val="90000"/>
        </a:lnSpc>
        <a:spcBef>
          <a:spcPct val="0"/>
        </a:spcBef>
        <a:spcAft>
          <a:spcPct val="0"/>
        </a:spcAft>
        <a:defRPr sz="3200">
          <a:solidFill>
            <a:srgbClr val="0067C6"/>
          </a:solidFill>
          <a:latin typeface="Arial" charset="0"/>
        </a:defRPr>
      </a:lvl5pPr>
      <a:lvl6pPr marL="457200" algn="l" rtl="0" fontAlgn="base">
        <a:lnSpc>
          <a:spcPct val="90000"/>
        </a:lnSpc>
        <a:spcBef>
          <a:spcPct val="0"/>
        </a:spcBef>
        <a:spcAft>
          <a:spcPct val="0"/>
        </a:spcAft>
        <a:defRPr sz="3200">
          <a:solidFill>
            <a:srgbClr val="0067C6"/>
          </a:solidFill>
          <a:latin typeface="Arial" charset="0"/>
        </a:defRPr>
      </a:lvl6pPr>
      <a:lvl7pPr marL="914400" algn="l" rtl="0" fontAlgn="base">
        <a:lnSpc>
          <a:spcPct val="90000"/>
        </a:lnSpc>
        <a:spcBef>
          <a:spcPct val="0"/>
        </a:spcBef>
        <a:spcAft>
          <a:spcPct val="0"/>
        </a:spcAft>
        <a:defRPr sz="3200">
          <a:solidFill>
            <a:srgbClr val="0067C6"/>
          </a:solidFill>
          <a:latin typeface="Arial" charset="0"/>
        </a:defRPr>
      </a:lvl7pPr>
      <a:lvl8pPr marL="1371600" algn="l" rtl="0" fontAlgn="base">
        <a:lnSpc>
          <a:spcPct val="90000"/>
        </a:lnSpc>
        <a:spcBef>
          <a:spcPct val="0"/>
        </a:spcBef>
        <a:spcAft>
          <a:spcPct val="0"/>
        </a:spcAft>
        <a:defRPr sz="3200">
          <a:solidFill>
            <a:srgbClr val="0067C6"/>
          </a:solidFill>
          <a:latin typeface="Arial" charset="0"/>
        </a:defRPr>
      </a:lvl8pPr>
      <a:lvl9pPr marL="1828800" algn="l" rtl="0" fontAlgn="base">
        <a:lnSpc>
          <a:spcPct val="90000"/>
        </a:lnSpc>
        <a:spcBef>
          <a:spcPct val="0"/>
        </a:spcBef>
        <a:spcAft>
          <a:spcPct val="0"/>
        </a:spcAft>
        <a:defRPr sz="3200">
          <a:solidFill>
            <a:srgbClr val="0067C6"/>
          </a:solidFill>
          <a:latin typeface="Arial" charset="0"/>
        </a:defRPr>
      </a:lvl9pPr>
    </p:titleStyle>
    <p:bodyStyle>
      <a:lvl1pPr marL="342900" indent="-342900" algn="l" rtl="0" eaLnBrk="0" fontAlgn="base" hangingPunct="0">
        <a:lnSpc>
          <a:spcPct val="110000"/>
        </a:lnSpc>
        <a:spcBef>
          <a:spcPct val="20000"/>
        </a:spcBef>
        <a:spcAft>
          <a:spcPct val="0"/>
        </a:spcAft>
        <a:buClr>
          <a:srgbClr val="0067C6"/>
        </a:buClr>
        <a:buChar char="•"/>
        <a:defRPr sz="2800">
          <a:solidFill>
            <a:srgbClr val="292929"/>
          </a:solidFill>
          <a:latin typeface="+mn-lt"/>
          <a:ea typeface="+mn-ea"/>
          <a:cs typeface="+mn-cs"/>
        </a:defRPr>
      </a:lvl1pPr>
      <a:lvl2pPr marL="742950" indent="-285750" algn="l" rtl="0" eaLnBrk="0" fontAlgn="base" hangingPunct="0">
        <a:lnSpc>
          <a:spcPct val="110000"/>
        </a:lnSpc>
        <a:spcBef>
          <a:spcPct val="20000"/>
        </a:spcBef>
        <a:spcAft>
          <a:spcPct val="0"/>
        </a:spcAft>
        <a:buClr>
          <a:srgbClr val="0067C6"/>
        </a:buClr>
        <a:buChar char="•"/>
        <a:defRPr sz="2400">
          <a:solidFill>
            <a:srgbClr val="292929"/>
          </a:solidFill>
          <a:latin typeface="+mn-lt"/>
        </a:defRPr>
      </a:lvl2pPr>
      <a:lvl3pPr marL="1143000" indent="-228600" algn="l" rtl="0" eaLnBrk="0" fontAlgn="base" hangingPunct="0">
        <a:lnSpc>
          <a:spcPct val="110000"/>
        </a:lnSpc>
        <a:spcBef>
          <a:spcPct val="20000"/>
        </a:spcBef>
        <a:spcAft>
          <a:spcPct val="0"/>
        </a:spcAft>
        <a:buClr>
          <a:srgbClr val="0067C6"/>
        </a:buClr>
        <a:buChar char="•"/>
        <a:defRPr sz="2000">
          <a:solidFill>
            <a:srgbClr val="292929"/>
          </a:solidFill>
          <a:latin typeface="+mn-lt"/>
        </a:defRPr>
      </a:lvl3pPr>
      <a:lvl4pPr marL="1600200" indent="-228600" algn="l" rtl="0" eaLnBrk="0" fontAlgn="base" hangingPunct="0">
        <a:spcBef>
          <a:spcPct val="20000"/>
        </a:spcBef>
        <a:spcAft>
          <a:spcPct val="0"/>
        </a:spcAft>
        <a:buClr>
          <a:srgbClr val="0067C6"/>
        </a:buClr>
        <a:buChar char="•"/>
        <a:defRPr sz="2000">
          <a:solidFill>
            <a:srgbClr val="292929"/>
          </a:solidFill>
          <a:latin typeface="+mn-lt"/>
        </a:defRPr>
      </a:lvl4pPr>
      <a:lvl5pPr marL="2057400" indent="-228600" algn="l" rtl="0" eaLnBrk="0" fontAlgn="base" hangingPunct="0">
        <a:spcBef>
          <a:spcPct val="20000"/>
        </a:spcBef>
        <a:spcAft>
          <a:spcPct val="0"/>
        </a:spcAft>
        <a:buClr>
          <a:srgbClr val="FFFF00"/>
        </a:buClr>
        <a:buSzPct val="65000"/>
        <a:buFont typeface="Monotype Sorts" pitchFamily="2" charset="2"/>
        <a:buChar char="l"/>
        <a:defRPr sz="2000">
          <a:solidFill>
            <a:schemeClr val="bg1"/>
          </a:solidFill>
          <a:latin typeface="+mn-lt"/>
        </a:defRPr>
      </a:lvl5pPr>
      <a:lvl6pPr marL="2514600" indent="-228600" algn="l" rtl="0" fontAlgn="base">
        <a:spcBef>
          <a:spcPct val="20000"/>
        </a:spcBef>
        <a:spcAft>
          <a:spcPct val="0"/>
        </a:spcAft>
        <a:buClr>
          <a:srgbClr val="FFFF00"/>
        </a:buClr>
        <a:buSzPct val="65000"/>
        <a:buFont typeface="Monotype Sorts" pitchFamily="2" charset="2"/>
        <a:buChar char="l"/>
        <a:defRPr sz="2000">
          <a:solidFill>
            <a:schemeClr val="bg1"/>
          </a:solidFill>
          <a:latin typeface="+mn-lt"/>
        </a:defRPr>
      </a:lvl6pPr>
      <a:lvl7pPr marL="2971800" indent="-228600" algn="l" rtl="0" fontAlgn="base">
        <a:spcBef>
          <a:spcPct val="20000"/>
        </a:spcBef>
        <a:spcAft>
          <a:spcPct val="0"/>
        </a:spcAft>
        <a:buClr>
          <a:srgbClr val="FFFF00"/>
        </a:buClr>
        <a:buSzPct val="65000"/>
        <a:buFont typeface="Monotype Sorts" pitchFamily="2" charset="2"/>
        <a:buChar char="l"/>
        <a:defRPr sz="2000">
          <a:solidFill>
            <a:schemeClr val="bg1"/>
          </a:solidFill>
          <a:latin typeface="+mn-lt"/>
        </a:defRPr>
      </a:lvl7pPr>
      <a:lvl8pPr marL="3429000" indent="-228600" algn="l" rtl="0" fontAlgn="base">
        <a:spcBef>
          <a:spcPct val="20000"/>
        </a:spcBef>
        <a:spcAft>
          <a:spcPct val="0"/>
        </a:spcAft>
        <a:buClr>
          <a:srgbClr val="FFFF00"/>
        </a:buClr>
        <a:buSzPct val="65000"/>
        <a:buFont typeface="Monotype Sorts" pitchFamily="2" charset="2"/>
        <a:buChar char="l"/>
        <a:defRPr sz="2000">
          <a:solidFill>
            <a:schemeClr val="bg1"/>
          </a:solidFill>
          <a:latin typeface="+mn-lt"/>
        </a:defRPr>
      </a:lvl8pPr>
      <a:lvl9pPr marL="3886200" indent="-228600" algn="l" rtl="0" fontAlgn="base">
        <a:spcBef>
          <a:spcPct val="20000"/>
        </a:spcBef>
        <a:spcAft>
          <a:spcPct val="0"/>
        </a:spcAft>
        <a:buClr>
          <a:srgbClr val="FFFF00"/>
        </a:buClr>
        <a:buSzPct val="65000"/>
        <a:buFont typeface="Monotype Sorts" pitchFamily="2" charset="2"/>
        <a:buChar char="l"/>
        <a:defRPr sz="20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4"/>
          <p:cNvSpPr txBox="1">
            <a:spLocks noChangeArrowheads="1"/>
          </p:cNvSpPr>
          <p:nvPr/>
        </p:nvSpPr>
        <p:spPr bwMode="auto">
          <a:xfrm>
            <a:off x="159487" y="83288"/>
            <a:ext cx="8825319" cy="983512"/>
          </a:xfrm>
          <a:prstGeom prst="rect">
            <a:avLst/>
          </a:prstGeom>
          <a:solidFill>
            <a:schemeClr val="tx2"/>
          </a:solidFill>
          <a:ln w="44450" cap="rnd" cmpd="dbl">
            <a:solidFill>
              <a:schemeClr val="tx1"/>
            </a:solidFill>
            <a:round/>
            <a:headEnd/>
            <a:tailEnd/>
          </a:ln>
        </p:spPr>
        <p:txBody>
          <a:bodyPr lIns="91432" tIns="45716" rIns="91432" bIns="45716"/>
          <a:lstStyle>
            <a:lvl1pPr eaLnBrk="0" hangingPunct="0">
              <a:defRPr sz="2800" b="1">
                <a:solidFill>
                  <a:schemeClr val="tx1"/>
                </a:solidFill>
                <a:latin typeface="Times New Roman" pitchFamily="18" charset="0"/>
              </a:defRPr>
            </a:lvl1pPr>
            <a:lvl2pPr marL="742950" indent="-285750" eaLnBrk="0" hangingPunct="0">
              <a:defRPr sz="2800" b="1">
                <a:solidFill>
                  <a:schemeClr val="tx1"/>
                </a:solidFill>
                <a:latin typeface="Times New Roman" pitchFamily="18" charset="0"/>
              </a:defRPr>
            </a:lvl2pPr>
            <a:lvl3pPr marL="1143000" indent="-228600" eaLnBrk="0" hangingPunct="0">
              <a:defRPr sz="2800" b="1">
                <a:solidFill>
                  <a:schemeClr val="tx1"/>
                </a:solidFill>
                <a:latin typeface="Times New Roman" pitchFamily="18" charset="0"/>
              </a:defRPr>
            </a:lvl3pPr>
            <a:lvl4pPr marL="1600200" indent="-228600" eaLnBrk="0" hangingPunct="0">
              <a:defRPr sz="2800" b="1">
                <a:solidFill>
                  <a:schemeClr val="tx1"/>
                </a:solidFill>
                <a:latin typeface="Times New Roman" pitchFamily="18" charset="0"/>
              </a:defRPr>
            </a:lvl4pPr>
            <a:lvl5pPr marL="2057400" indent="-228600" eaLnBrk="0" hangingPunct="0">
              <a:defRPr sz="2800" b="1">
                <a:solidFill>
                  <a:schemeClr val="tx1"/>
                </a:solidFill>
                <a:latin typeface="Times New Roman" pitchFamily="18" charset="0"/>
              </a:defRPr>
            </a:lvl5pPr>
            <a:lvl6pPr marL="2514600" indent="-228600" eaLnBrk="0" fontAlgn="base" hangingPunct="0">
              <a:spcBef>
                <a:spcPct val="0"/>
              </a:spcBef>
              <a:spcAft>
                <a:spcPct val="0"/>
              </a:spcAft>
              <a:defRPr sz="2800" b="1">
                <a:solidFill>
                  <a:schemeClr val="tx1"/>
                </a:solidFill>
                <a:latin typeface="Times New Roman" pitchFamily="18" charset="0"/>
              </a:defRPr>
            </a:lvl6pPr>
            <a:lvl7pPr marL="2971800" indent="-228600" eaLnBrk="0" fontAlgn="base" hangingPunct="0">
              <a:spcBef>
                <a:spcPct val="0"/>
              </a:spcBef>
              <a:spcAft>
                <a:spcPct val="0"/>
              </a:spcAft>
              <a:defRPr sz="2800" b="1">
                <a:solidFill>
                  <a:schemeClr val="tx1"/>
                </a:solidFill>
                <a:latin typeface="Times New Roman" pitchFamily="18" charset="0"/>
              </a:defRPr>
            </a:lvl7pPr>
            <a:lvl8pPr marL="3429000" indent="-228600" eaLnBrk="0" fontAlgn="base" hangingPunct="0">
              <a:spcBef>
                <a:spcPct val="0"/>
              </a:spcBef>
              <a:spcAft>
                <a:spcPct val="0"/>
              </a:spcAft>
              <a:defRPr sz="2800" b="1">
                <a:solidFill>
                  <a:schemeClr val="tx1"/>
                </a:solidFill>
                <a:latin typeface="Times New Roman" pitchFamily="18" charset="0"/>
              </a:defRPr>
            </a:lvl8pPr>
            <a:lvl9pPr marL="3886200" indent="-228600" eaLnBrk="0" fontAlgn="base" hangingPunct="0">
              <a:spcBef>
                <a:spcPct val="0"/>
              </a:spcBef>
              <a:spcAft>
                <a:spcPct val="0"/>
              </a:spcAft>
              <a:defRPr sz="2800" b="1">
                <a:solidFill>
                  <a:schemeClr val="tx1"/>
                </a:solidFill>
                <a:latin typeface="Times New Roman" pitchFamily="18" charset="0"/>
              </a:defRPr>
            </a:lvl9pPr>
          </a:lstStyle>
          <a:p>
            <a:pPr fontAlgn="base">
              <a:lnSpc>
                <a:spcPct val="110000"/>
              </a:lnSpc>
              <a:spcAft>
                <a:spcPct val="0"/>
              </a:spcAft>
              <a:buClr>
                <a:srgbClr val="3367CD"/>
              </a:buClr>
            </a:pPr>
            <a:r>
              <a:rPr lang="en-US" sz="1800" i="1" dirty="0">
                <a:solidFill>
                  <a:srgbClr val="FFFFFF"/>
                </a:solidFill>
                <a:latin typeface="+mj-lt"/>
              </a:rPr>
              <a:t>Gantry Slip and Trip – Conveyor Step-Over Fall</a:t>
            </a:r>
          </a:p>
          <a:p>
            <a:pPr fontAlgn="base">
              <a:lnSpc>
                <a:spcPct val="110000"/>
              </a:lnSpc>
              <a:spcAft>
                <a:spcPct val="0"/>
              </a:spcAft>
              <a:buClr>
                <a:srgbClr val="3367CD"/>
              </a:buClr>
            </a:pPr>
            <a:r>
              <a:rPr lang="en-US" sz="1600" i="1" dirty="0">
                <a:solidFill>
                  <a:srgbClr val="FFFFFF"/>
                </a:solidFill>
                <a:latin typeface="+mj-lt"/>
              </a:rPr>
              <a:t>August 4, 2026 – Sumter, South Carolina – Fabrication / Copper, A Shift</a:t>
            </a:r>
          </a:p>
          <a:p>
            <a:pPr fontAlgn="base">
              <a:lnSpc>
                <a:spcPct val="110000"/>
              </a:lnSpc>
              <a:spcAft>
                <a:spcPct val="0"/>
              </a:spcAft>
              <a:buClr>
                <a:srgbClr val="3367CD"/>
              </a:buClr>
            </a:pPr>
            <a:r>
              <a:rPr lang="en-US" sz="1600" i="1" dirty="0">
                <a:solidFill>
                  <a:srgbClr val="FFFFFF"/>
                </a:solidFill>
                <a:latin typeface="+mj-lt"/>
              </a:rPr>
              <a:t>Plant Manager: Stephen Krajcarski, EHS Site Contact: Charlie Ball</a:t>
            </a:r>
          </a:p>
        </p:txBody>
      </p:sp>
      <p:sp>
        <p:nvSpPr>
          <p:cNvPr id="7" name="TextBox 6"/>
          <p:cNvSpPr txBox="1"/>
          <p:nvPr/>
        </p:nvSpPr>
        <p:spPr>
          <a:xfrm>
            <a:off x="4038600" y="1143000"/>
            <a:ext cx="4953000" cy="983512"/>
          </a:xfrm>
          <a:prstGeom prst="rect">
            <a:avLst/>
          </a:prstGeom>
          <a:noFill/>
          <a:ln w="12700" cap="rnd">
            <a:noFill/>
          </a:ln>
        </p:spPr>
        <p:txBody>
          <a:bodyPr/>
          <a:lstStyle/>
          <a:p>
            <a:pPr fontAlgn="base">
              <a:lnSpc>
                <a:spcPct val="110000"/>
              </a:lnSpc>
              <a:spcBef>
                <a:spcPct val="20000"/>
              </a:spcBef>
              <a:spcAft>
                <a:spcPct val="0"/>
              </a:spcAft>
              <a:buClr>
                <a:srgbClr val="3367CD"/>
              </a:buClr>
              <a:defRPr/>
            </a:pPr>
            <a:r>
              <a:rPr lang="en-US" sz="1000" b="1" i="1" u="sng" dirty="0">
                <a:solidFill>
                  <a:srgbClr val="030000"/>
                </a:solidFill>
              </a:rPr>
              <a:t>Incident description:</a:t>
            </a:r>
          </a:p>
          <a:p>
            <a:pPr fontAlgn="base">
              <a:lnSpc>
                <a:spcPct val="110000"/>
              </a:lnSpc>
              <a:spcBef>
                <a:spcPct val="20000"/>
              </a:spcBef>
              <a:spcAft>
                <a:spcPct val="0"/>
              </a:spcAft>
              <a:buClr>
                <a:srgbClr val="3367CD"/>
              </a:buClr>
              <a:defRPr/>
            </a:pPr>
            <a:r>
              <a:rPr lang="en-US" sz="1000" dirty="0">
                <a:solidFill>
                  <a:srgbClr val="000000"/>
                </a:solidFill>
              </a:rPr>
              <a:t>An A-shift operator pushed a load back on the Gantry 2 conveyor behind EHRT 2, saw that interleaving paper had fallen from the stack, and stepped over the conveyor to get it. Stepping back over the outside conveyor he tripped and fell head-first, striking his face. Lip laceration and sutures; returned next shift, no restrictions.</a:t>
            </a:r>
          </a:p>
        </p:txBody>
      </p:sp>
      <p:sp>
        <p:nvSpPr>
          <p:cNvPr id="10" name="Rectangle 10"/>
          <p:cNvSpPr txBox="1">
            <a:spLocks noChangeArrowheads="1"/>
          </p:cNvSpPr>
          <p:nvPr/>
        </p:nvSpPr>
        <p:spPr bwMode="auto">
          <a:xfrm>
            <a:off x="5466907" y="6629400"/>
            <a:ext cx="3657600" cy="228600"/>
          </a:xfrm>
          <a:prstGeom prst="rect">
            <a:avLst/>
          </a:prstGeom>
          <a:solidFill>
            <a:schemeClr val="tx2"/>
          </a:solidFill>
          <a:ln w="9525">
            <a:noFill/>
            <a:miter lim="800000"/>
            <a:headEnd/>
            <a:tailEnd/>
          </a:ln>
        </p:spPr>
        <p:txBody>
          <a:bodyPr lIns="91432" tIns="45716" rIns="91432" bIns="45716" anchor="ctr"/>
          <a:lstStyle/>
          <a:p>
            <a:pPr algn="ctr" fontAlgn="base">
              <a:lnSpc>
                <a:spcPct val="110000"/>
              </a:lnSpc>
              <a:spcBef>
                <a:spcPct val="20000"/>
              </a:spcBef>
              <a:spcAft>
                <a:spcPct val="0"/>
              </a:spcAft>
              <a:buClr>
                <a:srgbClr val="3367CD"/>
              </a:buClr>
              <a:defRPr/>
            </a:pPr>
            <a:r>
              <a:rPr lang="en-US" sz="1200" b="1" i="1" kern="0">
                <a:solidFill>
                  <a:srgbClr val="FFFFFF"/>
                </a:solidFill>
                <a:latin typeface="Century Gothic" pitchFamily="34" charset="0"/>
              </a:rPr>
              <a:t>Environment, </a:t>
            </a:r>
            <a:r>
              <a:rPr lang="hu-HU" sz="1200" b="1" i="1" kern="0">
                <a:solidFill>
                  <a:srgbClr val="FFFFFF"/>
                </a:solidFill>
                <a:latin typeface="Century Gothic" pitchFamily="34" charset="0"/>
              </a:rPr>
              <a:t>Health &amp; Safety Lessons Learned</a:t>
            </a:r>
          </a:p>
        </p:txBody>
      </p:sp>
      <p:sp>
        <p:nvSpPr>
          <p:cNvPr id="11" name="Rectangle 2"/>
          <p:cNvSpPr txBox="1">
            <a:spLocks noChangeArrowheads="1"/>
          </p:cNvSpPr>
          <p:nvPr/>
        </p:nvSpPr>
        <p:spPr>
          <a:xfrm>
            <a:off x="139893" y="4710023"/>
            <a:ext cx="3728484" cy="1785668"/>
          </a:xfrm>
          <a:prstGeom prst="rect">
            <a:avLst/>
          </a:prstGeom>
          <a:ln>
            <a:noFill/>
          </a:ln>
        </p:spPr>
        <p:txBody>
          <a:bodyPr/>
          <a:lstStyle/>
          <a:p>
            <a:pPr marL="228600" indent="-228600" fontAlgn="base">
              <a:lnSpc>
                <a:spcPct val="90000"/>
              </a:lnSpc>
              <a:spcBef>
                <a:spcPct val="20000"/>
              </a:spcBef>
              <a:spcAft>
                <a:spcPct val="0"/>
              </a:spcAft>
              <a:buClr>
                <a:srgbClr val="E5182F"/>
              </a:buClr>
              <a:buFont typeface="Wingdings" pitchFamily="2" charset="2"/>
              <a:buNone/>
              <a:defRPr/>
            </a:pPr>
            <a:r>
              <a:rPr lang="en-US" altLang="zh-CN" sz="1100" b="1" i="1" u="sng" kern="0" dirty="0">
                <a:solidFill>
                  <a:srgbClr val="000000"/>
                </a:solidFill>
                <a:latin typeface="+mj-lt"/>
                <a:ea typeface="宋体" pitchFamily="2" charset="-122"/>
              </a:rPr>
              <a:t>How does this incident apply to you?</a:t>
            </a:r>
            <a:endParaRPr lang="en-US" altLang="zh-CN" sz="1100" kern="0" dirty="0">
              <a:solidFill>
                <a:srgbClr val="000000"/>
              </a:solidFill>
              <a:latin typeface="+mj-lt"/>
              <a:ea typeface="宋体" pitchFamily="2" charset="-122"/>
            </a:endParaRPr>
          </a:p>
          <a:p>
            <a:pPr marL="228600" indent="-228600" fontAlgn="base">
              <a:lnSpc>
                <a:spcPct val="90000"/>
              </a:lnSpc>
              <a:spcBef>
                <a:spcPct val="20000"/>
              </a:spcBef>
              <a:spcAft>
                <a:spcPct val="0"/>
              </a:spcAft>
              <a:buClr>
                <a:srgbClr val="E5182F"/>
              </a:buClr>
              <a:buFontTx/>
              <a:buAutoNum type="arabicPeriod"/>
              <a:defRPr/>
            </a:pPr>
            <a:r>
              <a:rPr lang="en-US" altLang="zh-CN" sz="900" kern="0" dirty="0">
                <a:solidFill>
                  <a:srgbClr val="000000"/>
                </a:solidFill>
                <a:latin typeface="+mj-lt"/>
                <a:cs typeface="Arial" panose="020B0604020202020204" pitchFamily="34" charset="0"/>
              </a:rPr>
              <a:t>Does anyone in your area cross a conveyor, rack, or other structure on foot to reach material or debris? Gantries 1 and 3 have the same layout, the same free rollers and the same hand push-back.</a:t>
            </a:r>
          </a:p>
          <a:p>
            <a:pPr marL="228600" indent="-228600" fontAlgn="base">
              <a:lnSpc>
                <a:spcPct val="90000"/>
              </a:lnSpc>
              <a:spcBef>
                <a:spcPct val="20000"/>
              </a:spcBef>
              <a:spcAft>
                <a:spcPct val="0"/>
              </a:spcAft>
              <a:buClr>
                <a:srgbClr val="E5182F"/>
              </a:buClr>
              <a:buFontTx/>
              <a:buAutoNum type="arabicPeriod"/>
              <a:defRPr/>
            </a:pPr>
            <a:r>
              <a:rPr lang="en-US" altLang="zh-CN" sz="900" kern="0" dirty="0">
                <a:solidFill>
                  <a:srgbClr val="000000"/>
                </a:solidFill>
                <a:latin typeface="+mj-lt"/>
                <a:cs typeface="Arial" panose="020B0604020202020204" pitchFamily="34" charset="0"/>
              </a:rPr>
              <a:t>Are your area scanners or light curtains active during loading and setup, or only while the machine is running?</a:t>
            </a:r>
          </a:p>
          <a:p>
            <a:pPr marL="228600" indent="-228600" fontAlgn="base">
              <a:lnSpc>
                <a:spcPct val="90000"/>
              </a:lnSpc>
              <a:spcBef>
                <a:spcPct val="20000"/>
              </a:spcBef>
              <a:spcAft>
                <a:spcPct val="0"/>
              </a:spcAft>
              <a:buClr>
                <a:srgbClr val="E5182F"/>
              </a:buClr>
              <a:buFontTx/>
              <a:buAutoNum type="arabicPeriod"/>
              <a:defRPr/>
            </a:pPr>
            <a:r>
              <a:rPr lang="en-US" altLang="zh-CN" sz="900" kern="0" dirty="0">
                <a:solidFill>
                  <a:srgbClr val="000000"/>
                </a:solidFill>
                <a:latin typeface="+mj-lt"/>
                <a:cs typeface="Arial" panose="020B0604020202020204" pitchFamily="34" charset="0"/>
              </a:rPr>
              <a:t>Does packaging debris — paper, plastic, banding — end up inside your machine aisles, and can anyone retrieve it without entering?</a:t>
            </a:r>
          </a:p>
          <a:p>
            <a:pPr marL="228600" indent="-228600" fontAlgn="base">
              <a:lnSpc>
                <a:spcPct val="90000"/>
              </a:lnSpc>
              <a:spcBef>
                <a:spcPct val="20000"/>
              </a:spcBef>
              <a:spcAft>
                <a:spcPct val="0"/>
              </a:spcAft>
              <a:buClr>
                <a:srgbClr val="E5182F"/>
              </a:buClr>
              <a:buFontTx/>
              <a:buAutoNum type="arabicPeriod"/>
              <a:defRPr/>
            </a:pPr>
            <a:r>
              <a:rPr lang="en-US" altLang="zh-CN" sz="900" kern="0" dirty="0">
                <a:solidFill>
                  <a:srgbClr val="000000"/>
                </a:solidFill>
                <a:latin typeface="+mj-lt"/>
                <a:cs typeface="Arial" panose="020B0604020202020204" pitchFamily="34" charset="0"/>
              </a:rPr>
              <a:t>Is there a written, trained method for returning material that does not require entering the aisle?</a:t>
            </a:r>
            <a:endParaRPr lang="en-US" altLang="zh-CN" sz="900" kern="0" dirty="0">
              <a:solidFill>
                <a:srgbClr val="000000"/>
              </a:solidFill>
              <a:latin typeface="+mj-lt"/>
              <a:ea typeface="宋体" pitchFamily="2" charset="-122"/>
              <a:cs typeface="Arial" panose="020B0604020202020204" pitchFamily="34" charset="0"/>
            </a:endParaRPr>
          </a:p>
        </p:txBody>
      </p:sp>
      <p:sp>
        <p:nvSpPr>
          <p:cNvPr id="12" name="TextBox 11"/>
          <p:cNvSpPr txBox="1"/>
          <p:nvPr/>
        </p:nvSpPr>
        <p:spPr>
          <a:xfrm>
            <a:off x="4038600" y="4968815"/>
            <a:ext cx="4953000" cy="1540577"/>
          </a:xfrm>
          <a:prstGeom prst="rect">
            <a:avLst/>
          </a:prstGeom>
          <a:solidFill>
            <a:schemeClr val="bg2"/>
          </a:solidFill>
          <a:ln w="12700" cap="rnd">
            <a:noFill/>
          </a:ln>
        </p:spPr>
        <p:txBody>
          <a:bodyPr/>
          <a:lstStyle/>
          <a:p>
            <a:pPr fontAlgn="base">
              <a:lnSpc>
                <a:spcPct val="110000"/>
              </a:lnSpc>
              <a:spcBef>
                <a:spcPct val="20000"/>
              </a:spcBef>
              <a:spcAft>
                <a:spcPct val="0"/>
              </a:spcAft>
              <a:buClr>
                <a:srgbClr val="3367CD"/>
              </a:buClr>
              <a:defRPr/>
            </a:pPr>
            <a:r>
              <a:rPr lang="en-US" sz="1000" b="1" i="1" u="sng" dirty="0">
                <a:solidFill>
                  <a:srgbClr val="000000"/>
                </a:solidFill>
              </a:rPr>
              <a:t>Interim Containment Actions:</a:t>
            </a:r>
          </a:p>
          <a:p>
            <a:pPr marL="228600" indent="-228600" fontAlgn="base">
              <a:lnSpc>
                <a:spcPct val="110000"/>
              </a:lnSpc>
              <a:spcAft>
                <a:spcPct val="0"/>
              </a:spcAft>
              <a:buClr>
                <a:srgbClr val="3367CD"/>
              </a:buClr>
              <a:buFontTx/>
              <a:buAutoNum type="arabicPeriod"/>
              <a:defRPr/>
            </a:pPr>
            <a:r>
              <a:rPr lang="en-US" sz="900" dirty="0">
                <a:solidFill>
                  <a:srgbClr val="000000"/>
                </a:solidFill>
              </a:rPr>
              <a:t>STOP / DO NOT ENTER floor signage at both ends of the gantry aisles.</a:t>
            </a:r>
          </a:p>
          <a:p>
            <a:pPr marL="228600" indent="-228600" fontAlgn="base">
              <a:lnSpc>
                <a:spcPct val="110000"/>
              </a:lnSpc>
              <a:spcAft>
                <a:spcPct val="0"/>
              </a:spcAft>
              <a:buClr>
                <a:srgbClr val="3367CD"/>
              </a:buClr>
              <a:buFontTx/>
              <a:buAutoNum type="arabicPeriod"/>
              <a:defRPr/>
            </a:pPr>
            <a:r>
              <a:rPr lang="en-US" sz="900" dirty="0">
                <a:solidFill>
                  <a:srgbClr val="000000"/>
                </a:solidFill>
              </a:rPr>
              <a:t>Safety stand-downs held with the affected shifts.</a:t>
            </a:r>
          </a:p>
          <a:p>
            <a:pPr marL="228600" indent="-228600" fontAlgn="base">
              <a:lnSpc>
                <a:spcPct val="110000"/>
              </a:lnSpc>
              <a:spcAft>
                <a:spcPct val="0"/>
              </a:spcAft>
              <a:buClr>
                <a:srgbClr val="3367CD"/>
              </a:buClr>
              <a:buFontTx/>
              <a:buAutoNum type="arabicPeriod"/>
              <a:defRPr/>
            </a:pPr>
            <a:r>
              <a:rPr lang="en-US" sz="900" dirty="0">
                <a:solidFill>
                  <a:srgbClr val="000000"/>
                </a:solidFill>
              </a:rPr>
              <a:t>Expandable barrier gate staged across the aisle opening.</a:t>
            </a:r>
          </a:p>
          <a:p>
            <a:pPr fontAlgn="base">
              <a:lnSpc>
                <a:spcPct val="110000"/>
              </a:lnSpc>
              <a:spcBef>
                <a:spcPct val="20000"/>
              </a:spcBef>
              <a:spcAft>
                <a:spcPct val="0"/>
              </a:spcAft>
              <a:buClr>
                <a:srgbClr val="3367CD"/>
              </a:buClr>
              <a:defRPr/>
            </a:pPr>
            <a:r>
              <a:rPr lang="en-US" sz="1000" b="1" i="1" u="sng" dirty="0">
                <a:solidFill>
                  <a:srgbClr val="000000"/>
                </a:solidFill>
              </a:rPr>
              <a:t>Preventive &amp; Corrective Actions:</a:t>
            </a:r>
          </a:p>
          <a:p>
            <a:pPr marL="228600" indent="-228600" fontAlgn="base">
              <a:lnSpc>
                <a:spcPct val="110000"/>
              </a:lnSpc>
              <a:spcAft>
                <a:spcPct val="0"/>
              </a:spcAft>
              <a:buClr>
                <a:srgbClr val="3367CD"/>
              </a:buClr>
              <a:buFontTx/>
              <a:buAutoNum type="arabicPeriod"/>
              <a:defRPr/>
            </a:pPr>
            <a:r>
              <a:rPr lang="en-US" sz="1000" dirty="0">
                <a:solidFill>
                  <a:srgbClr val="000000"/>
                </a:solidFill>
              </a:rPr>
              <a:t>Method now in force - push from the middle face only and exit the way you came in. Do not cross a conveyor on foot.</a:t>
            </a:r>
          </a:p>
          <a:p>
            <a:pPr marL="228600" indent="-228600" fontAlgn="base">
              <a:lnSpc>
                <a:spcPct val="110000"/>
              </a:lnSpc>
              <a:spcAft>
                <a:spcPct val="0"/>
              </a:spcAft>
              <a:buClr>
                <a:srgbClr val="3367CD"/>
              </a:buClr>
              <a:buFontTx/>
              <a:buAutoNum type="arabicPeriod"/>
              <a:defRPr/>
            </a:pPr>
            <a:r>
              <a:rPr lang="en-US" sz="1000" dirty="0">
                <a:solidFill>
                  <a:srgbClr val="000000"/>
                </a:solidFill>
              </a:rPr>
              <a:t>6-inch and 8-inch copper is a two-person push, one per outside face.</a:t>
            </a:r>
          </a:p>
          <a:p>
            <a:pPr marL="228600" indent="-228600" fontAlgn="base">
              <a:lnSpc>
                <a:spcPct val="110000"/>
              </a:lnSpc>
              <a:spcAft>
                <a:spcPct val="0"/>
              </a:spcAft>
              <a:buClr>
                <a:srgbClr val="3367CD"/>
              </a:buClr>
              <a:buFontTx/>
              <a:buAutoNum type="arabicPeriod"/>
              <a:defRPr/>
            </a:pPr>
            <a:r>
              <a:rPr lang="en-US" sz="1000" dirty="0">
                <a:solidFill>
                  <a:srgbClr val="000000"/>
                </a:solidFill>
              </a:rPr>
              <a:t>Do-not-enter signage made permanent at both ends of each aisle.</a:t>
            </a:r>
          </a:p>
        </p:txBody>
      </p:sp>
      <p:sp>
        <p:nvSpPr>
          <p:cNvPr id="2" name="Rectangle 1"/>
          <p:cNvSpPr/>
          <p:nvPr/>
        </p:nvSpPr>
        <p:spPr bwMode="auto">
          <a:xfrm>
            <a:off x="2362200" y="1524000"/>
            <a:ext cx="10668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fontAlgn="base">
              <a:lnSpc>
                <a:spcPct val="110000"/>
              </a:lnSpc>
              <a:spcBef>
                <a:spcPct val="20000"/>
              </a:spcBef>
              <a:spcAft>
                <a:spcPct val="0"/>
              </a:spcAft>
              <a:buClr>
                <a:srgbClr val="3367CD"/>
              </a:buClr>
            </a:pPr>
            <a:endParaRPr lang="en-US" sz="1600">
              <a:solidFill>
                <a:srgbClr val="000000"/>
              </a:solidFill>
            </a:endParaRPr>
          </a:p>
        </p:txBody>
      </p:sp>
      <p:sp>
        <p:nvSpPr>
          <p:cNvPr id="8" name="TextBox 7"/>
          <p:cNvSpPr txBox="1"/>
          <p:nvPr/>
        </p:nvSpPr>
        <p:spPr>
          <a:xfrm>
            <a:off x="4038600" y="2024329"/>
            <a:ext cx="4953000" cy="2944486"/>
          </a:xfrm>
          <a:prstGeom prst="rect">
            <a:avLst/>
          </a:prstGeom>
          <a:noFill/>
          <a:ln w="12700" cap="rnd">
            <a:noFill/>
          </a:ln>
        </p:spPr>
        <p:txBody>
          <a:bodyPr/>
          <a:lstStyle/>
          <a:p>
            <a:pPr fontAlgn="base">
              <a:lnSpc>
                <a:spcPct val="110000"/>
              </a:lnSpc>
              <a:spcAft>
                <a:spcPct val="0"/>
              </a:spcAft>
              <a:buClr>
                <a:srgbClr val="3367CD"/>
              </a:buClr>
              <a:defRPr/>
            </a:pPr>
            <a:r>
              <a:rPr lang="en-US" sz="1000" b="1" i="1" u="sng" dirty="0">
                <a:solidFill>
                  <a:srgbClr val="000000"/>
                </a:solidFill>
                <a:latin typeface="+mj-lt"/>
              </a:rPr>
              <a:t>Investigation Findings:</a:t>
            </a:r>
          </a:p>
          <a:p>
            <a:pPr marL="228600" indent="-228600" fontAlgn="base">
              <a:lnSpc>
                <a:spcPct val="110000"/>
              </a:lnSpc>
              <a:spcAft>
                <a:spcPct val="0"/>
              </a:spcAft>
              <a:buClr>
                <a:srgbClr val="3367CD"/>
              </a:buClr>
              <a:buFontTx/>
              <a:buAutoNum type="arabicPeriod"/>
              <a:defRPr/>
            </a:pPr>
            <a:r>
              <a:rPr lang="en-US" sz="1000" dirty="0">
                <a:solidFill>
                  <a:srgbClr val="000000"/>
                </a:solidFill>
                <a:latin typeface="+mj-lt"/>
              </a:rPr>
              <a:t>Four conveyors at Gantry 2 — all free rollers. Stacks are pushed back by hand from inside the center aisle.</a:t>
            </a:r>
          </a:p>
          <a:p>
            <a:pPr marL="228600" indent="-228600" fontAlgn="base">
              <a:lnSpc>
                <a:spcPct val="110000"/>
              </a:lnSpc>
              <a:spcAft>
                <a:spcPct val="0"/>
              </a:spcAft>
              <a:buClr>
                <a:srgbClr val="3367CD"/>
              </a:buClr>
              <a:buFontTx/>
              <a:buAutoNum type="arabicPeriod"/>
              <a:defRPr/>
            </a:pPr>
            <a:r>
              <a:rPr lang="en-US" sz="1000" dirty="0">
                <a:solidFill>
                  <a:srgbClr val="000000"/>
                </a:solidFill>
                <a:latin typeface="+mj-lt"/>
              </a:rPr>
              <a:t>Paper fell between the rollers. He entered the aisle to get it, then crossed the outside conveyor to exit rather than walking back out. His foot caught; the fall was head-first with no hands out.</a:t>
            </a:r>
          </a:p>
          <a:p>
            <a:pPr marL="228600" indent="-228600" fontAlgn="base">
              <a:lnSpc>
                <a:spcPct val="110000"/>
              </a:lnSpc>
              <a:spcAft>
                <a:spcPct val="0"/>
              </a:spcAft>
              <a:buClr>
                <a:srgbClr val="3367CD"/>
              </a:buClr>
              <a:buFontTx/>
              <a:buAutoNum type="arabicPeriod"/>
              <a:defRPr/>
            </a:pPr>
            <a:r>
              <a:rPr lang="en-US" sz="1000" dirty="0">
                <a:solidFill>
                  <a:srgbClr val="000000"/>
                </a:solidFill>
                <a:latin typeface="+mj-lt"/>
              </a:rPr>
              <a:t>Area scanners stop the gantry when someone enters the zone, but are off during loading — the aisle was unguarded.</a:t>
            </a:r>
          </a:p>
          <a:p>
            <a:pPr marL="228600" indent="-228600" fontAlgn="base">
              <a:lnSpc>
                <a:spcPct val="110000"/>
              </a:lnSpc>
              <a:spcAft>
                <a:spcPct val="0"/>
              </a:spcAft>
              <a:buClr>
                <a:srgbClr val="3367CD"/>
              </a:buClr>
              <a:buFontTx/>
              <a:buAutoNum type="arabicPeriod"/>
              <a:defRPr/>
            </a:pPr>
            <a:r>
              <a:rPr lang="en-US" sz="1000" dirty="0">
                <a:solidFill>
                  <a:srgbClr val="000000"/>
                </a:solidFill>
                <a:latin typeface="+mj-lt"/>
              </a:rPr>
              <a:t>Interleaving paper is a supplier fix for water spotting; packaging has drifted and it now arrives loose. Receiving inspection is written into the method sheet but is not performed.</a:t>
            </a:r>
          </a:p>
          <a:p>
            <a:pPr fontAlgn="base">
              <a:lnSpc>
                <a:spcPct val="110000"/>
              </a:lnSpc>
              <a:spcBef>
                <a:spcPct val="20000"/>
              </a:spcBef>
              <a:spcAft>
                <a:spcPct val="0"/>
              </a:spcAft>
              <a:buClr>
                <a:srgbClr val="3367CD"/>
              </a:buClr>
              <a:defRPr/>
            </a:pPr>
            <a:r>
              <a:rPr lang="en-US" sz="1000" b="1" i="1" u="sng" dirty="0">
                <a:solidFill>
                  <a:srgbClr val="000000"/>
                </a:solidFill>
              </a:rPr>
              <a:t>Root Causes and Management System Gaps:</a:t>
            </a:r>
          </a:p>
          <a:p>
            <a:pPr marL="228600" indent="-228600" fontAlgn="base">
              <a:lnSpc>
                <a:spcPct val="110000"/>
              </a:lnSpc>
              <a:spcAft>
                <a:spcPct val="0"/>
              </a:spcAft>
              <a:buClr>
                <a:srgbClr val="3367CD"/>
              </a:buClr>
              <a:buFontTx/>
              <a:buAutoNum type="arabicPeriod"/>
              <a:defRPr/>
            </a:pPr>
            <a:r>
              <a:rPr lang="en-US" sz="1000" b="1" dirty="0">
                <a:solidFill>
                  <a:srgbClr val="000000"/>
                </a:solidFill>
              </a:rPr>
              <a:t>Immediate cause — </a:t>
            </a:r>
            <a:r>
              <a:rPr lang="en-US" sz="1000" dirty="0">
                <a:solidFill>
                  <a:srgbClr val="000000"/>
                </a:solidFill>
              </a:rPr>
              <a:t>Poor Work Practice; Eyes or Mind Not on Task.</a:t>
            </a:r>
          </a:p>
          <a:p>
            <a:pPr marL="228600" indent="-228600" fontAlgn="base">
              <a:lnSpc>
                <a:spcPct val="110000"/>
              </a:lnSpc>
              <a:spcAft>
                <a:spcPct val="0"/>
              </a:spcAft>
              <a:buClr>
                <a:srgbClr val="3367CD"/>
              </a:buClr>
              <a:buFontTx/>
              <a:buAutoNum type="arabicPeriod"/>
              <a:defRPr/>
            </a:pPr>
            <a:r>
              <a:rPr lang="en-US" sz="1000" b="1" dirty="0">
                <a:solidFill>
                  <a:srgbClr val="000000"/>
                </a:solidFill>
              </a:rPr>
              <a:t>Processes not (continuously) monitored for effectiveness — </a:t>
            </a:r>
            <a:r>
              <a:rPr lang="en-US" sz="1000" dirty="0">
                <a:solidFill>
                  <a:srgbClr val="000000"/>
                </a:solidFill>
              </a:rPr>
              <a:t>area scanners guard the aisle only while the gantry runs, not while it is being loaded.</a:t>
            </a:r>
          </a:p>
          <a:p>
            <a:pPr marL="228600" indent="-228600" fontAlgn="base">
              <a:lnSpc>
                <a:spcPct val="110000"/>
              </a:lnSpc>
              <a:spcAft>
                <a:spcPct val="0"/>
              </a:spcAft>
              <a:buClr>
                <a:srgbClr val="3367CD"/>
              </a:buClr>
              <a:buFontTx/>
              <a:buAutoNum type="arabicPeriod"/>
              <a:defRPr/>
            </a:pPr>
            <a:r>
              <a:rPr lang="en-US" sz="1000" b="1" dirty="0">
                <a:solidFill>
                  <a:srgbClr val="000000"/>
                </a:solidFill>
              </a:rPr>
              <a:t>Processes have not been created — </a:t>
            </a:r>
            <a:r>
              <a:rPr lang="en-US" sz="1000" dirty="0">
                <a:solidFill>
                  <a:srgbClr val="000000"/>
                </a:solidFill>
              </a:rPr>
              <a:t>receiving inspection is documented but not performed, so packaging drift puts loose paper into the machine aisle.</a:t>
            </a:r>
          </a:p>
          <a:p>
            <a:pPr marL="228600" indent="-228600" fontAlgn="base">
              <a:lnSpc>
                <a:spcPct val="110000"/>
              </a:lnSpc>
              <a:spcAft>
                <a:spcPct val="0"/>
              </a:spcAft>
              <a:buClr>
                <a:srgbClr val="3367CD"/>
              </a:buClr>
              <a:buFontTx/>
              <a:buAutoNum type="arabicPeriod"/>
              <a:defRPr/>
            </a:pPr>
            <a:endParaRPr lang="en-US" sz="900" dirty="0">
              <a:solidFill>
                <a:srgbClr val="000000"/>
              </a:solidFill>
            </a:endParaRPr>
          </a:p>
          <a:p>
            <a:pPr fontAlgn="base">
              <a:lnSpc>
                <a:spcPct val="110000"/>
              </a:lnSpc>
              <a:spcAft>
                <a:spcPct val="0"/>
              </a:spcAft>
              <a:buClr>
                <a:srgbClr val="3367CD"/>
              </a:buClr>
              <a:defRPr/>
            </a:pPr>
            <a:endParaRPr lang="en-US" sz="900" dirty="0">
              <a:solidFill>
                <a:srgbClr val="000000"/>
              </a:solidFill>
            </a:endParaRPr>
          </a:p>
        </p:txBody>
      </p:sp>
      <p:pic>
        <p:nvPicPr>
          <p:cNvPr id="5" name="Picture 4">
            <a:extLst>
              <a:ext uri="{FF2B5EF4-FFF2-40B4-BE49-F238E27FC236}">
                <a16:creationId xmlns:a16="http://schemas.microsoft.com/office/drawing/2014/main" id="{20F65F50-AD21-D2B5-6613-DA9E456B570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5400000">
            <a:off x="-520318" y="1867266"/>
            <a:ext cx="3086099" cy="188595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9" name="Picture 8">
            <a:extLst>
              <a:ext uri="{FF2B5EF4-FFF2-40B4-BE49-F238E27FC236}">
                <a16:creationId xmlns:a16="http://schemas.microsoft.com/office/drawing/2014/main" id="{AC419A35-5025-56E6-5D83-D20056DEAEE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5400000">
            <a:off x="1513790" y="1867266"/>
            <a:ext cx="3086101" cy="188595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4" name="Caption A">
            <a:extLst>
              <a:ext uri="{FF2B5EF4-FFF2-40B4-BE49-F238E27FC236}">
                <a16:creationId xmlns:a16="http://schemas.microsoft.com/office/drawing/2014/main" id="{C2F2355D-5206-E8E4-8A2E-AB3A2F986BF5}"/>
              </a:ext>
            </a:extLst>
          </p:cNvPr>
          <p:cNvSpPr/>
          <p:nvPr/>
        </p:nvSpPr>
        <p:spPr>
          <a:xfrm>
            <a:off x="79756" y="4427967"/>
            <a:ext cx="1755648" cy="384048"/>
          </a:xfrm>
          <a:prstGeom prst="rect">
            <a:avLst/>
          </a:prstGeom>
          <a:noFill/>
          <a:ln>
            <a:noFill/>
          </a:ln>
        </p:spPr>
        <p:txBody>
          <a:bodyPr lIns="18288" tIns="18288" rIns="18288" bIns="18288" anchor="t"/>
          <a:lstStyle/>
          <a:p>
            <a:pPr algn="ctr">
              <a:lnSpc>
                <a:spcPct val="100000"/>
              </a:lnSpc>
            </a:pPr>
            <a:r>
              <a:rPr lang="en-US" sz="800" i="1" dirty="0">
                <a:solidFill>
                  <a:srgbClr val="404040"/>
                </a:solidFill>
                <a:latin typeface="+mj-lt"/>
              </a:rPr>
              <a:t>Where he crossed. Exit was over the outside conveyor.</a:t>
            </a:r>
          </a:p>
        </p:txBody>
      </p:sp>
      <p:sp>
        <p:nvSpPr>
          <p:cNvPr id="15" name="Caption B">
            <a:extLst>
              <a:ext uri="{FF2B5EF4-FFF2-40B4-BE49-F238E27FC236}">
                <a16:creationId xmlns:a16="http://schemas.microsoft.com/office/drawing/2014/main" id="{6940A962-D0DB-FA6E-1554-B0CA1E7CF720}"/>
              </a:ext>
            </a:extLst>
          </p:cNvPr>
          <p:cNvSpPr/>
          <p:nvPr/>
        </p:nvSpPr>
        <p:spPr>
          <a:xfrm>
            <a:off x="2059178" y="4427967"/>
            <a:ext cx="1755648" cy="384048"/>
          </a:xfrm>
          <a:prstGeom prst="rect">
            <a:avLst/>
          </a:prstGeom>
          <a:noFill/>
          <a:ln>
            <a:noFill/>
          </a:ln>
        </p:spPr>
        <p:txBody>
          <a:bodyPr lIns="18288" tIns="18288" rIns="18288" bIns="18288" anchor="t"/>
          <a:lstStyle/>
          <a:p>
            <a:pPr algn="ctr">
              <a:lnSpc>
                <a:spcPct val="100000"/>
              </a:lnSpc>
            </a:pPr>
            <a:r>
              <a:rPr lang="en-US" sz="800" i="1" dirty="0">
                <a:solidFill>
                  <a:srgbClr val="404040"/>
                </a:solidFill>
                <a:latin typeface="+mj-lt"/>
              </a:rPr>
              <a:t>Containment: aisles closed, signage both ends.</a:t>
            </a:r>
          </a:p>
        </p:txBody>
      </p:sp>
    </p:spTree>
    <p:extLst>
      <p:ext uri="{BB962C8B-B14F-4D97-AF65-F5344CB8AC3E}">
        <p14:creationId xmlns:p14="http://schemas.microsoft.com/office/powerpoint/2010/main" val="4078334189"/>
      </p:ext>
    </p:extLst>
  </p:cSld>
  <p:clrMapOvr>
    <a:masterClrMapping/>
  </p:clrMapOvr>
  <p:transition spd="med">
    <p:wipe dir="d"/>
  </p:transition>
</p:sld>
</file>

<file path=ppt/theme/theme1.xml><?xml version="1.0" encoding="utf-8"?>
<a:theme xmlns:a="http://schemas.openxmlformats.org/drawingml/2006/main" name="Eaton slide layout">
  <a:themeElements>
    <a:clrScheme name="Eaton Palette 2012">
      <a:dk1>
        <a:srgbClr val="000000"/>
      </a:dk1>
      <a:lt1>
        <a:srgbClr val="FFFFFF"/>
      </a:lt1>
      <a:dk2>
        <a:srgbClr val="0067CD"/>
      </a:dk2>
      <a:lt2>
        <a:srgbClr val="FFFFFF"/>
      </a:lt2>
      <a:accent1>
        <a:srgbClr val="0067C6"/>
      </a:accent1>
      <a:accent2>
        <a:srgbClr val="009900"/>
      </a:accent2>
      <a:accent3>
        <a:srgbClr val="FF0000"/>
      </a:accent3>
      <a:accent4>
        <a:srgbClr val="F88B1C"/>
      </a:accent4>
      <a:accent5>
        <a:srgbClr val="800080"/>
      </a:accent5>
      <a:accent6>
        <a:srgbClr val="FFFF00"/>
      </a:accent6>
      <a:hlink>
        <a:srgbClr val="F88B1C"/>
      </a:hlink>
      <a:folHlink>
        <a:srgbClr val="800080"/>
      </a:folHlink>
    </a:clrScheme>
    <a:fontScheme name="photo_template_june2008">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10000"/>
          </a:lnSpc>
          <a:spcBef>
            <a:spcPct val="20000"/>
          </a:spcBef>
          <a:spcAft>
            <a:spcPct val="0"/>
          </a:spcAft>
          <a:buClr>
            <a:srgbClr val="3367CD"/>
          </a:buClr>
          <a:buSzTx/>
          <a:buFontTx/>
          <a:buNone/>
          <a:tabLst/>
          <a:defRPr kumimoji="0" lang="en-US" sz="16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10000"/>
          </a:lnSpc>
          <a:spcBef>
            <a:spcPct val="20000"/>
          </a:spcBef>
          <a:spcAft>
            <a:spcPct val="0"/>
          </a:spcAft>
          <a:buClr>
            <a:srgbClr val="3367CD"/>
          </a:buClr>
          <a:buSzTx/>
          <a:buFontTx/>
          <a:buNone/>
          <a:tabLst/>
          <a:defRPr kumimoji="0" lang="en-US" sz="1600" b="0" i="0" u="none" strike="noStrike" cap="none" normalizeH="0" baseline="0" smtClean="0">
            <a:ln>
              <a:noFill/>
            </a:ln>
            <a:solidFill>
              <a:schemeClr val="tx1"/>
            </a:solidFill>
            <a:effectLst/>
            <a:latin typeface="Arial" charset="0"/>
          </a:defRPr>
        </a:defPPr>
      </a:lstStyle>
    </a:lnDef>
  </a:objectDefaults>
  <a:extraClrSchemeLst>
    <a:extraClrScheme>
      <a:clrScheme name="photo_template_june2008 1">
        <a:dk1>
          <a:srgbClr val="000000"/>
        </a:dk1>
        <a:lt1>
          <a:srgbClr val="FFFFFF"/>
        </a:lt1>
        <a:dk2>
          <a:srgbClr val="0067CD"/>
        </a:dk2>
        <a:lt2>
          <a:srgbClr val="800080"/>
        </a:lt2>
        <a:accent1>
          <a:srgbClr val="009900"/>
        </a:accent1>
        <a:accent2>
          <a:srgbClr val="FF0000"/>
        </a:accent2>
        <a:accent3>
          <a:srgbClr val="FFFFFF"/>
        </a:accent3>
        <a:accent4>
          <a:srgbClr val="000000"/>
        </a:accent4>
        <a:accent5>
          <a:srgbClr val="AACAAA"/>
        </a:accent5>
        <a:accent6>
          <a:srgbClr val="E70000"/>
        </a:accent6>
        <a:hlink>
          <a:srgbClr val="FF9900"/>
        </a:hlink>
        <a:folHlink>
          <a:srgbClr val="FFFF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photo_template_june2008">
  <a:themeElements>
    <a:clrScheme name="Eaton Palette 2012">
      <a:dk1>
        <a:srgbClr val="000000"/>
      </a:dk1>
      <a:lt1>
        <a:srgbClr val="FFFFFF"/>
      </a:lt1>
      <a:dk2>
        <a:srgbClr val="0067CD"/>
      </a:dk2>
      <a:lt2>
        <a:srgbClr val="FFFFFF"/>
      </a:lt2>
      <a:accent1>
        <a:srgbClr val="0067C6"/>
      </a:accent1>
      <a:accent2>
        <a:srgbClr val="009900"/>
      </a:accent2>
      <a:accent3>
        <a:srgbClr val="FF0000"/>
      </a:accent3>
      <a:accent4>
        <a:srgbClr val="F88B1C"/>
      </a:accent4>
      <a:accent5>
        <a:srgbClr val="800080"/>
      </a:accent5>
      <a:accent6>
        <a:srgbClr val="FFFF00"/>
      </a:accent6>
      <a:hlink>
        <a:srgbClr val="F88B1C"/>
      </a:hlink>
      <a:folHlink>
        <a:srgbClr val="800080"/>
      </a:folHlink>
    </a:clrScheme>
    <a:fontScheme name="photo_template_june2008">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10000"/>
          </a:lnSpc>
          <a:spcBef>
            <a:spcPct val="20000"/>
          </a:spcBef>
          <a:spcAft>
            <a:spcPct val="0"/>
          </a:spcAft>
          <a:buClr>
            <a:srgbClr val="3367CD"/>
          </a:buClr>
          <a:buSzTx/>
          <a:buFontTx/>
          <a:buNone/>
          <a:tabLst/>
          <a:defRPr kumimoji="0" lang="en-US" sz="16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10000"/>
          </a:lnSpc>
          <a:spcBef>
            <a:spcPct val="20000"/>
          </a:spcBef>
          <a:spcAft>
            <a:spcPct val="0"/>
          </a:spcAft>
          <a:buClr>
            <a:srgbClr val="3367CD"/>
          </a:buClr>
          <a:buSzTx/>
          <a:buFontTx/>
          <a:buNone/>
          <a:tabLst/>
          <a:defRPr kumimoji="0" lang="en-US" sz="1600" b="0" i="0" u="none" strike="noStrike" cap="none" normalizeH="0" baseline="0" smtClean="0">
            <a:ln>
              <a:noFill/>
            </a:ln>
            <a:solidFill>
              <a:schemeClr val="tx1"/>
            </a:solidFill>
            <a:effectLst/>
            <a:latin typeface="Arial" charset="0"/>
          </a:defRPr>
        </a:defPPr>
      </a:lstStyle>
    </a:lnDef>
  </a:objectDefaults>
  <a:extraClrSchemeLst>
    <a:extraClrScheme>
      <a:clrScheme name="photo_template_june2008 1">
        <a:dk1>
          <a:srgbClr val="000000"/>
        </a:dk1>
        <a:lt1>
          <a:srgbClr val="FFFFFF"/>
        </a:lt1>
        <a:dk2>
          <a:srgbClr val="0067CD"/>
        </a:dk2>
        <a:lt2>
          <a:srgbClr val="800080"/>
        </a:lt2>
        <a:accent1>
          <a:srgbClr val="009900"/>
        </a:accent1>
        <a:accent2>
          <a:srgbClr val="FF0000"/>
        </a:accent2>
        <a:accent3>
          <a:srgbClr val="FFFFFF"/>
        </a:accent3>
        <a:accent4>
          <a:srgbClr val="000000"/>
        </a:accent4>
        <a:accent5>
          <a:srgbClr val="AACAAA"/>
        </a:accent5>
        <a:accent6>
          <a:srgbClr val="E70000"/>
        </a:accent6>
        <a:hlink>
          <a:srgbClr val="FF9900"/>
        </a:hlink>
        <a:folHlink>
          <a:srgbClr val="FFFF00"/>
        </a:folHlink>
      </a:clrScheme>
      <a:clrMap bg1="lt1" tx1="dk1" bg2="lt2" tx2="dk2" accent1="accent1" accent2="accent2" accent3="accent3" accent4="accent4" accent5="accent5" accent6="accent6" hlink="hlink" folHlink="folHlink"/>
    </a:extraClrScheme>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707949C3B4B6F4FAE55C3B513F04342" ma:contentTypeVersion="13" ma:contentTypeDescription="Create a new document." ma:contentTypeScope="" ma:versionID="81bb08b6d6353efce4abbb7320561250">
  <xsd:schema xmlns:xsd="http://www.w3.org/2001/XMLSchema" xmlns:xs="http://www.w3.org/2001/XMLSchema" xmlns:p="http://schemas.microsoft.com/office/2006/metadata/properties" xmlns:ns2="152f58a6-a63c-4812-9377-d2ca6eb2262c" xmlns:ns3="e1a40294-510b-4e5d-8d04-b2db777038e9" targetNamespace="http://schemas.microsoft.com/office/2006/metadata/properties" ma:root="true" ma:fieldsID="ca2a9bd2c72a6a0f604414e0dcb09bd7" ns2:_="" ns3:_="">
    <xsd:import namespace="152f58a6-a63c-4812-9377-d2ca6eb2262c"/>
    <xsd:import namespace="e1a40294-510b-4e5d-8d04-b2db777038e9"/>
    <xsd:element name="properties">
      <xsd:complexType>
        <xsd:sequence>
          <xsd:element name="documentManagement">
            <xsd:complexType>
              <xsd:all>
                <xsd:element ref="ns2:MediaServiceMetadata" minOccurs="0"/>
                <xsd:element ref="ns2:MediaServiceFastMetadata" minOccurs="0"/>
                <xsd:element ref="ns2:MediaServiceDateTaken" minOccurs="0"/>
                <xsd:element ref="ns3:SharedWithUsers" minOccurs="0"/>
                <xsd:element ref="ns3:SharedWithDetails" minOccurs="0"/>
                <xsd:element ref="ns2:MediaServiceAutoKeyPoints" minOccurs="0"/>
                <xsd:element ref="ns2:MediaServiceKeyPoints" minOccurs="0"/>
                <xsd:element ref="ns2:MediaServiceAutoTags" minOccurs="0"/>
                <xsd:element ref="ns2:MediaLengthInSeconds" minOccurs="0"/>
                <xsd:element ref="ns2:MediaServiceObjectDetectorVersions"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2f58a6-a63c-4812-9377-d2ca6eb2262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AutoTags" ma:index="15" nillable="true" ma:displayName="Tags" ma:internalName="MediaServiceAutoTags"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1a40294-510b-4e5d-8d04-b2db777038e9"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D37CCF1-7A9E-4042-B4F8-83EB3EDBEFFD}">
  <ds:schemaRefs>
    <ds:schemaRef ds:uri="http://schemas.microsoft.com/sharepoint/v3/contenttype/forms"/>
  </ds:schemaRefs>
</ds:datastoreItem>
</file>

<file path=customXml/itemProps2.xml><?xml version="1.0" encoding="utf-8"?>
<ds:datastoreItem xmlns:ds="http://schemas.openxmlformats.org/officeDocument/2006/customXml" ds:itemID="{5B950F4F-B5FA-4B68-9E39-CFCA6EFABE75}">
  <ds:schemaRefs>
    <ds:schemaRef ds:uri="http://schemas.microsoft.com/office/2006/metadata/properties"/>
    <ds:schemaRef ds:uri="http://www.w3.org/2000/xmlns/"/>
    <ds:schemaRef ds:uri="http://schemas.microsoft.com/office/infopath/2007/PartnerControls"/>
  </ds:schemaRefs>
</ds:datastoreItem>
</file>

<file path=customXml/itemProps3.xml><?xml version="1.0" encoding="utf-8"?>
<ds:datastoreItem xmlns:ds="http://schemas.openxmlformats.org/officeDocument/2006/customXml" ds:itemID="{9552E5CD-2D64-4590-8CF4-16825A47A55A}">
  <ds:schemaRefs>
    <ds:schemaRef ds:uri="http://schemas.microsoft.com/office/2006/metadata/contentType"/>
    <ds:schemaRef ds:uri="http://schemas.microsoft.com/office/2006/metadata/properties/metaAttributes"/>
    <ds:schemaRef ds:uri="http://www.w3.org/2000/xmlns/"/>
    <ds:schemaRef ds:uri="http://www.w3.org/2001/XMLSchema"/>
    <ds:schemaRef ds:uri="152f58a6-a63c-4812-9377-d2ca6eb2262c"/>
    <ds:schemaRef ds:uri="e1a40294-510b-4e5d-8d04-b2db777038e9"/>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865c8e0-d4a3-422c-b11f-58c087912067}" enabled="1" method="Privileged" siteId="{d6525c95-b906-431a-b926-e9b51ba43cc4}" removed="0"/>
</clbl:labelList>
</file>

<file path=docProps/app.xml><?xml version="1.0" encoding="utf-8"?>
<Properties xmlns="http://schemas.openxmlformats.org/officeDocument/2006/extended-properties" xmlns:vt="http://schemas.openxmlformats.org/officeDocument/2006/docPropsVTypes">
  <TotalTime>12</TotalTime>
  <Words>526</Words>
  <Application>Microsoft Office PowerPoint</Application>
  <PresentationFormat>On-screen Show (4:3)</PresentationFormat>
  <Paragraphs>30</Paragraphs>
  <Slides>1</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vt:i4>
      </vt:variant>
    </vt:vector>
  </HeadingPairs>
  <TitlesOfParts>
    <vt:vector size="7" baseType="lpstr">
      <vt:lpstr>Arial</vt:lpstr>
      <vt:lpstr>Century Gothic</vt:lpstr>
      <vt:lpstr>Monotype Sorts</vt:lpstr>
      <vt:lpstr>Wingdings</vt:lpstr>
      <vt:lpstr>Eaton slide layout</vt:lpstr>
      <vt:lpstr>photo_template_june2008</vt:lpstr>
      <vt:lpstr>PowerPoint Presentation</vt:lpstr>
    </vt:vector>
  </TitlesOfParts>
  <Company>Eaton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Norwood, Tamara</dc:creator>
  <cp:lastModifiedBy>Ball, Charlie</cp:lastModifiedBy>
  <cp:revision>6</cp:revision>
  <dcterms:created xsi:type="dcterms:W3CDTF">2019-01-03T17:19:46Z</dcterms:created>
  <dcterms:modified xsi:type="dcterms:W3CDTF">2026-08-07T14:34:52Z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0x010100F707949C3B4B6F4FAE55C3B513F04342</vt:lpwstr>
  </property>
  <property fmtid="{D5CDD505-2E9C-101B-9397-08002B2CF9AE}" pid="3" name="MSIP_Label_f865c8e0-d4a3-422c-b11f-58c087912067_ActionId">
    <vt:lpwstr>60bd1162-c328-4299-80e8-61aee93769ea</vt:lpwstr>
  </property>
  <property fmtid="{D5CDD505-2E9C-101B-9397-08002B2CF9AE}" pid="4" name="MSIP_Label_f865c8e0-d4a3-422c-b11f-58c087912067_Name">
    <vt:lpwstr>Confidential (IP3)</vt:lpwstr>
  </property>
  <property fmtid="{D5CDD505-2E9C-101B-9397-08002B2CF9AE}" pid="5" name="MSIP_Label_f865c8e0-d4a3-422c-b11f-58c087912067_SetDate">
    <vt:lpwstr>2024-01-08T16:12:26Z</vt:lpwstr>
  </property>
  <property fmtid="{D5CDD505-2E9C-101B-9397-08002B2CF9AE}" pid="6" name="MSIP_Label_f865c8e0-d4a3-422c-b11f-58c087912067_SiteId">
    <vt:lpwstr>d6525c95-b906-431a-b926-e9b51ba43cc4</vt:lpwstr>
  </property>
  <property fmtid="{D5CDD505-2E9C-101B-9397-08002B2CF9AE}" pid="7" name="MSIP_Label_f865c8e0-d4a3-422c-b11f-58c087912067_Enabled">
    <vt:lpwstr>True</vt:lpwstr>
  </property>
  <property fmtid="{D5CDD505-2E9C-101B-9397-08002B2CF9AE}" pid="8" name="MSIP_Label_f865c8e0-d4a3-422c-b11f-58c087912067_Removed">
    <vt:lpwstr>False</vt:lpwstr>
  </property>
  <property fmtid="{D5CDD505-2E9C-101B-9397-08002B2CF9AE}" pid="9" name="MSIP_Label_f865c8e0-d4a3-422c-b11f-58c087912067_Extended_MSFT_Method">
    <vt:lpwstr>Standard</vt:lpwstr>
  </property>
  <property fmtid="{D5CDD505-2E9C-101B-9397-08002B2CF9AE}" pid="10" name="Sensitivity">
    <vt:lpwstr>Confidential (IP3)</vt:lpwstr>
  </property>
</Properties>
</file>